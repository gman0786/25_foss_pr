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mp3" ContentType="audio/m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72" r:id="rId1"/>
  </p:sldMasterIdLst>
  <p:notesMasterIdLst>
    <p:notesMasterId r:id="rId18"/>
  </p:notesMasterIdLst>
  <p:sldIdLst>
    <p:sldId id="347" r:id="rId2"/>
    <p:sldId id="316" r:id="rId3"/>
    <p:sldId id="353" r:id="rId4"/>
    <p:sldId id="361" r:id="rId5"/>
    <p:sldId id="360" r:id="rId6"/>
    <p:sldId id="362" r:id="rId7"/>
    <p:sldId id="363" r:id="rId8"/>
    <p:sldId id="364" r:id="rId9"/>
    <p:sldId id="354" r:id="rId10"/>
    <p:sldId id="366" r:id="rId11"/>
    <p:sldId id="367" r:id="rId12"/>
    <p:sldId id="369" r:id="rId13"/>
    <p:sldId id="370" r:id="rId14"/>
    <p:sldId id="371" r:id="rId15"/>
    <p:sldId id="344" r:id="rId16"/>
    <p:sldId id="346" r:id="rId17"/>
  </p:sldIdLst>
  <p:sldSz cx="9144000" cy="5143500" type="screen16x9"/>
  <p:notesSz cx="6858000" cy="9144000"/>
  <p:embeddedFontLst>
    <p:embeddedFont>
      <p:font typeface="나눔고딕" panose="020B0604020202020204" charset="-127"/>
      <p:regular r:id="rId19"/>
      <p:bold r:id="rId20"/>
    </p:embeddedFont>
    <p:embeddedFont>
      <p:font typeface="나눔고딕 ExtraBold" panose="020B0604020202020204" charset="-127"/>
      <p:bold r:id="rId21"/>
    </p:embeddedFont>
    <p:embeddedFont>
      <p:font typeface="AR HERMANN" panose="020B0604020202020204" charset="0"/>
      <p:regular r:id="rId22"/>
    </p:embeddedFont>
    <p:embeddedFont>
      <p:font typeface="맑은 고딕" panose="020B0503020000020004" pitchFamily="34" charset="-127"/>
      <p:regular r:id="rId23"/>
      <p:bold r:id="rId24"/>
    </p:embeddedFont>
  </p:embeddedFontLst>
  <p:custDataLst>
    <p:tags r:id="rId25"/>
  </p:custDataLst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E988F98-E914-4215-A5FA-755902F6B6F5}" v="974" dt="2025-12-14T12:01:46.908"/>
    <p1510:client id="{8772ACDF-D0A5-41B6-BB1E-022B5AB2CD81}" v="204" dt="2025-12-13T20:09:48.136"/>
    <p1510:client id="{E2C14EEE-BD32-134E-80F5-9B7B9D249784}" v="470" dt="2025-12-14T11:55:27.671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26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font" Target="fonts/font3.fntdata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gs" Target="tags/tag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font" Target="fonts/font2.fntdata"/><Relationship Id="rId29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6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5.fntdata"/><Relationship Id="rId28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font" Target="fonts/font1.fntdata"/><Relationship Id="rId31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4.fntdata"/><Relationship Id="rId27" Type="http://schemas.openxmlformats.org/officeDocument/2006/relationships/viewProps" Target="viewProps.xml"/><Relationship Id="rId30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이 유준" userId="61184928-e97b-442d-99aa-83485643fa96" providerId="ADAL" clId="{21B37B80-EAE4-4F87-858E-91B03CF1997C}"/>
    <pc:docChg chg="custSel addSld delSld modSld">
      <pc:chgData name="이 유준" userId="61184928-e97b-442d-99aa-83485643fa96" providerId="ADAL" clId="{21B37B80-EAE4-4F87-858E-91B03CF1997C}" dt="2025-12-14T12:01:46.908" v="973" actId="47"/>
      <pc:docMkLst>
        <pc:docMk/>
      </pc:docMkLst>
      <pc:sldChg chg="modSp mod">
        <pc:chgData name="이 유준" userId="61184928-e97b-442d-99aa-83485643fa96" providerId="ADAL" clId="{21B37B80-EAE4-4F87-858E-91B03CF1997C}" dt="2025-12-14T12:01:41.497" v="971" actId="20577"/>
        <pc:sldMkLst>
          <pc:docMk/>
          <pc:sldMk cId="1416060887" sldId="316"/>
        </pc:sldMkLst>
        <pc:spChg chg="mod">
          <ac:chgData name="이 유준" userId="61184928-e97b-442d-99aa-83485643fa96" providerId="ADAL" clId="{21B37B80-EAE4-4F87-858E-91B03CF1997C}" dt="2025-12-14T12:01:41.497" v="971" actId="20577"/>
          <ac:spMkLst>
            <pc:docMk/>
            <pc:sldMk cId="1416060887" sldId="316"/>
            <ac:spMk id="2" creationId="{979CCDFD-EBD7-4FD7-8F4F-A276841D284E}"/>
          </ac:spMkLst>
        </pc:spChg>
      </pc:sldChg>
      <pc:sldChg chg="addSp modSp mod">
        <pc:chgData name="이 유준" userId="61184928-e97b-442d-99aa-83485643fa96" providerId="ADAL" clId="{21B37B80-EAE4-4F87-858E-91B03CF1997C}" dt="2025-12-14T11:57:42.592" v="43"/>
        <pc:sldMkLst>
          <pc:docMk/>
          <pc:sldMk cId="2749887743" sldId="367"/>
        </pc:sldMkLst>
        <pc:spChg chg="mod">
          <ac:chgData name="이 유준" userId="61184928-e97b-442d-99aa-83485643fa96" providerId="ADAL" clId="{21B37B80-EAE4-4F87-858E-91B03CF1997C}" dt="2025-12-14T11:57:42.592" v="43"/>
          <ac:spMkLst>
            <pc:docMk/>
            <pc:sldMk cId="2749887743" sldId="367"/>
            <ac:spMk id="3" creationId="{72B0F201-7E93-30A3-85C5-0D4B291EC12C}"/>
          </ac:spMkLst>
        </pc:spChg>
        <pc:picChg chg="add mod">
          <ac:chgData name="이 유준" userId="61184928-e97b-442d-99aa-83485643fa96" providerId="ADAL" clId="{21B37B80-EAE4-4F87-858E-91B03CF1997C}" dt="2025-12-14T11:57:16.621" v="1" actId="1076"/>
          <ac:picMkLst>
            <pc:docMk/>
            <pc:sldMk cId="2749887743" sldId="367"/>
            <ac:picMk id="5" creationId="{6FEAE556-E4E9-159F-6644-D9F4FC7DA437}"/>
          </ac:picMkLst>
        </pc:picChg>
        <pc:picChg chg="add mod">
          <ac:chgData name="이 유준" userId="61184928-e97b-442d-99aa-83485643fa96" providerId="ADAL" clId="{21B37B80-EAE4-4F87-858E-91B03CF1997C}" dt="2025-12-14T11:57:33.335" v="8" actId="1076"/>
          <ac:picMkLst>
            <pc:docMk/>
            <pc:sldMk cId="2749887743" sldId="367"/>
            <ac:picMk id="8" creationId="{823B18B1-0986-56B3-0C63-DFBFD79AD874}"/>
          </ac:picMkLst>
        </pc:picChg>
      </pc:sldChg>
      <pc:sldChg chg="del">
        <pc:chgData name="이 유준" userId="61184928-e97b-442d-99aa-83485643fa96" providerId="ADAL" clId="{21B37B80-EAE4-4F87-858E-91B03CF1997C}" dt="2025-12-14T12:00:33.040" v="600" actId="47"/>
        <pc:sldMkLst>
          <pc:docMk/>
          <pc:sldMk cId="2434568570" sldId="368"/>
        </pc:sldMkLst>
      </pc:sldChg>
      <pc:sldChg chg="add">
        <pc:chgData name="이 유준" userId="61184928-e97b-442d-99aa-83485643fa96" providerId="ADAL" clId="{21B37B80-EAE4-4F87-858E-91B03CF1997C}" dt="2025-12-14T11:57:45.727" v="44" actId="2890"/>
        <pc:sldMkLst>
          <pc:docMk/>
          <pc:sldMk cId="3429408559" sldId="369"/>
        </pc:sldMkLst>
      </pc:sldChg>
      <pc:sldChg chg="delSp modSp add mod">
        <pc:chgData name="이 유준" userId="61184928-e97b-442d-99aa-83485643fa96" providerId="ADAL" clId="{21B37B80-EAE4-4F87-858E-91B03CF1997C}" dt="2025-12-14T12:00:25.313" v="598"/>
        <pc:sldMkLst>
          <pc:docMk/>
          <pc:sldMk cId="1536942860" sldId="370"/>
        </pc:sldMkLst>
        <pc:spChg chg="mod">
          <ac:chgData name="이 유준" userId="61184928-e97b-442d-99aa-83485643fa96" providerId="ADAL" clId="{21B37B80-EAE4-4F87-858E-91B03CF1997C}" dt="2025-12-14T12:00:25.313" v="598"/>
          <ac:spMkLst>
            <pc:docMk/>
            <pc:sldMk cId="1536942860" sldId="370"/>
            <ac:spMk id="2" creationId="{21C36A99-AED0-E818-3238-479162C7FD12}"/>
          </ac:spMkLst>
        </pc:spChg>
        <pc:spChg chg="mod">
          <ac:chgData name="이 유준" userId="61184928-e97b-442d-99aa-83485643fa96" providerId="ADAL" clId="{21B37B80-EAE4-4F87-858E-91B03CF1997C}" dt="2025-12-14T12:00:17.769" v="565"/>
          <ac:spMkLst>
            <pc:docMk/>
            <pc:sldMk cId="1536942860" sldId="370"/>
            <ac:spMk id="3" creationId="{D196CAB4-7AEE-9C30-CB8D-A3C8DC67A9FB}"/>
          </ac:spMkLst>
        </pc:spChg>
        <pc:picChg chg="del">
          <ac:chgData name="이 유준" userId="61184928-e97b-442d-99aa-83485643fa96" providerId="ADAL" clId="{21B37B80-EAE4-4F87-858E-91B03CF1997C}" dt="2025-12-14T11:59:13.555" v="64" actId="478"/>
          <ac:picMkLst>
            <pc:docMk/>
            <pc:sldMk cId="1536942860" sldId="370"/>
            <ac:picMk id="5" creationId="{59947C73-5872-F70C-D878-04797EB9E966}"/>
          </ac:picMkLst>
        </pc:picChg>
        <pc:picChg chg="del">
          <ac:chgData name="이 유준" userId="61184928-e97b-442d-99aa-83485643fa96" providerId="ADAL" clId="{21B37B80-EAE4-4F87-858E-91B03CF1997C}" dt="2025-12-14T11:59:14.038" v="65" actId="478"/>
          <ac:picMkLst>
            <pc:docMk/>
            <pc:sldMk cId="1536942860" sldId="370"/>
            <ac:picMk id="8" creationId="{4F3BA74A-DC84-D87A-EEBC-A2C0EC36D900}"/>
          </ac:picMkLst>
        </pc:picChg>
      </pc:sldChg>
      <pc:sldChg chg="modSp add mod">
        <pc:chgData name="이 유준" userId="61184928-e97b-442d-99aa-83485643fa96" providerId="ADAL" clId="{21B37B80-EAE4-4F87-858E-91B03CF1997C}" dt="2025-12-14T12:01:36.929" v="969"/>
        <pc:sldMkLst>
          <pc:docMk/>
          <pc:sldMk cId="1724854123" sldId="371"/>
        </pc:sldMkLst>
        <pc:spChg chg="mod">
          <ac:chgData name="이 유준" userId="61184928-e97b-442d-99aa-83485643fa96" providerId="ADAL" clId="{21B37B80-EAE4-4F87-858E-91B03CF1997C}" dt="2025-12-14T12:00:59.651" v="700" actId="20577"/>
          <ac:spMkLst>
            <pc:docMk/>
            <pc:sldMk cId="1724854123" sldId="371"/>
            <ac:spMk id="2" creationId="{88BC400A-09A5-0100-A1FB-9AD1B71C6057}"/>
          </ac:spMkLst>
        </pc:spChg>
        <pc:spChg chg="mod">
          <ac:chgData name="이 유준" userId="61184928-e97b-442d-99aa-83485643fa96" providerId="ADAL" clId="{21B37B80-EAE4-4F87-858E-91B03CF1997C}" dt="2025-12-14T12:01:36.929" v="969"/>
          <ac:spMkLst>
            <pc:docMk/>
            <pc:sldMk cId="1724854123" sldId="371"/>
            <ac:spMk id="3" creationId="{5AB83BE4-6DF5-D39A-E6DA-73157245A830}"/>
          </ac:spMkLst>
        </pc:spChg>
      </pc:sldChg>
      <pc:sldChg chg="add del">
        <pc:chgData name="이 유준" userId="61184928-e97b-442d-99aa-83485643fa96" providerId="ADAL" clId="{21B37B80-EAE4-4F87-858E-91B03CF1997C}" dt="2025-12-14T12:01:46.908" v="973" actId="47"/>
        <pc:sldMkLst>
          <pc:docMk/>
          <pc:sldMk cId="280395757" sldId="372"/>
        </pc:sldMkLst>
      </pc:sldChg>
    </pc:docChg>
  </pc:docChgLst>
  <pc:docChgLst>
    <pc:chgData name="이 유준" userId="61184928-e97b-442d-99aa-83485643fa96" providerId="ADAL" clId="{F4BBBE47-EE53-5EE1-BBAE-36D32E787C29}"/>
    <pc:docChg chg="undo custSel addSld delSld modSld">
      <pc:chgData name="이 유준" userId="61184928-e97b-442d-99aa-83485643fa96" providerId="ADAL" clId="{F4BBBE47-EE53-5EE1-BBAE-36D32E787C29}" dt="2025-12-14T11:55:27.671" v="469" actId="2890"/>
      <pc:docMkLst>
        <pc:docMk/>
      </pc:docMkLst>
      <pc:sldChg chg="del">
        <pc:chgData name="이 유준" userId="61184928-e97b-442d-99aa-83485643fa96" providerId="ADAL" clId="{F4BBBE47-EE53-5EE1-BBAE-36D32E787C29}" dt="2025-12-14T10:46:35.878" v="1" actId="2696"/>
        <pc:sldMkLst>
          <pc:docMk/>
          <pc:sldMk cId="4283308264" sldId="348"/>
        </pc:sldMkLst>
      </pc:sldChg>
      <pc:sldChg chg="del">
        <pc:chgData name="이 유준" userId="61184928-e97b-442d-99aa-83485643fa96" providerId="ADAL" clId="{F4BBBE47-EE53-5EE1-BBAE-36D32E787C29}" dt="2025-12-14T10:46:41.937" v="5" actId="2696"/>
        <pc:sldMkLst>
          <pc:docMk/>
          <pc:sldMk cId="2530749493" sldId="351"/>
        </pc:sldMkLst>
      </pc:sldChg>
      <pc:sldChg chg="del">
        <pc:chgData name="이 유준" userId="61184928-e97b-442d-99aa-83485643fa96" providerId="ADAL" clId="{F4BBBE47-EE53-5EE1-BBAE-36D32E787C29}" dt="2025-12-14T10:46:39.489" v="2" actId="2696"/>
        <pc:sldMkLst>
          <pc:docMk/>
          <pc:sldMk cId="1888997757" sldId="352"/>
        </pc:sldMkLst>
      </pc:sldChg>
      <pc:sldChg chg="del">
        <pc:chgData name="이 유준" userId="61184928-e97b-442d-99aa-83485643fa96" providerId="ADAL" clId="{F4BBBE47-EE53-5EE1-BBAE-36D32E787C29}" dt="2025-12-14T10:46:39.798" v="3" actId="2696"/>
        <pc:sldMkLst>
          <pc:docMk/>
          <pc:sldMk cId="1826962200" sldId="355"/>
        </pc:sldMkLst>
      </pc:sldChg>
      <pc:sldChg chg="del">
        <pc:chgData name="이 유준" userId="61184928-e97b-442d-99aa-83485643fa96" providerId="ADAL" clId="{F4BBBE47-EE53-5EE1-BBAE-36D32E787C29}" dt="2025-12-14T10:46:43.360" v="8" actId="2696"/>
        <pc:sldMkLst>
          <pc:docMk/>
          <pc:sldMk cId="4082847932" sldId="356"/>
        </pc:sldMkLst>
      </pc:sldChg>
      <pc:sldChg chg="del">
        <pc:chgData name="이 유준" userId="61184928-e97b-442d-99aa-83485643fa96" providerId="ADAL" clId="{F4BBBE47-EE53-5EE1-BBAE-36D32E787C29}" dt="2025-12-14T10:46:40.572" v="4" actId="2696"/>
        <pc:sldMkLst>
          <pc:docMk/>
          <pc:sldMk cId="2872016792" sldId="357"/>
        </pc:sldMkLst>
      </pc:sldChg>
      <pc:sldChg chg="del">
        <pc:chgData name="이 유준" userId="61184928-e97b-442d-99aa-83485643fa96" providerId="ADAL" clId="{F4BBBE47-EE53-5EE1-BBAE-36D32E787C29}" dt="2025-12-14T10:46:43.044" v="7" actId="2696"/>
        <pc:sldMkLst>
          <pc:docMk/>
          <pc:sldMk cId="3024849071" sldId="358"/>
        </pc:sldMkLst>
      </pc:sldChg>
      <pc:sldChg chg="del">
        <pc:chgData name="이 유준" userId="61184928-e97b-442d-99aa-83485643fa96" providerId="ADAL" clId="{F4BBBE47-EE53-5EE1-BBAE-36D32E787C29}" dt="2025-12-14T10:46:42.324" v="6" actId="2696"/>
        <pc:sldMkLst>
          <pc:docMk/>
          <pc:sldMk cId="2148400743" sldId="359"/>
        </pc:sldMkLst>
      </pc:sldChg>
      <pc:sldChg chg="del">
        <pc:chgData name="이 유준" userId="61184928-e97b-442d-99aa-83485643fa96" providerId="ADAL" clId="{F4BBBE47-EE53-5EE1-BBAE-36D32E787C29}" dt="2025-12-14T10:46:29.565" v="0" actId="2696"/>
        <pc:sldMkLst>
          <pc:docMk/>
          <pc:sldMk cId="838335213" sldId="365"/>
        </pc:sldMkLst>
      </pc:sldChg>
      <pc:sldChg chg="delSp modSp add mod">
        <pc:chgData name="이 유준" userId="61184928-e97b-442d-99aa-83485643fa96" providerId="ADAL" clId="{F4BBBE47-EE53-5EE1-BBAE-36D32E787C29}" dt="2025-12-14T11:55:03.029" v="468" actId="20577"/>
        <pc:sldMkLst>
          <pc:docMk/>
          <pc:sldMk cId="2749887743" sldId="367"/>
        </pc:sldMkLst>
        <pc:spChg chg="mod">
          <ac:chgData name="이 유준" userId="61184928-e97b-442d-99aa-83485643fa96" providerId="ADAL" clId="{F4BBBE47-EE53-5EE1-BBAE-36D32E787C29}" dt="2025-12-14T11:44:55.564" v="41" actId="20577"/>
          <ac:spMkLst>
            <pc:docMk/>
            <pc:sldMk cId="2749887743" sldId="367"/>
            <ac:spMk id="2" creationId="{7DCC563D-5278-CE55-666C-4DACADEEE8C0}"/>
          </ac:spMkLst>
        </pc:spChg>
        <pc:spChg chg="mod">
          <ac:chgData name="이 유준" userId="61184928-e97b-442d-99aa-83485643fa96" providerId="ADAL" clId="{F4BBBE47-EE53-5EE1-BBAE-36D32E787C29}" dt="2025-12-14T11:55:03.029" v="468" actId="20577"/>
          <ac:spMkLst>
            <pc:docMk/>
            <pc:sldMk cId="2749887743" sldId="367"/>
            <ac:spMk id="3" creationId="{72B0F201-7E93-30A3-85C5-0D4B291EC12C}"/>
          </ac:spMkLst>
        </pc:spChg>
        <pc:grpChg chg="del">
          <ac:chgData name="이 유준" userId="61184928-e97b-442d-99aa-83485643fa96" providerId="ADAL" clId="{F4BBBE47-EE53-5EE1-BBAE-36D32E787C29}" dt="2025-12-14T11:54:18.890" v="216" actId="478"/>
          <ac:grpSpMkLst>
            <pc:docMk/>
            <pc:sldMk cId="2749887743" sldId="367"/>
            <ac:grpSpMk id="15" creationId="{828D7A4B-DEF0-3C89-B30E-2F2624067997}"/>
          </ac:grpSpMkLst>
        </pc:grpChg>
      </pc:sldChg>
      <pc:sldChg chg="add">
        <pc:chgData name="이 유준" userId="61184928-e97b-442d-99aa-83485643fa96" providerId="ADAL" clId="{F4BBBE47-EE53-5EE1-BBAE-36D32E787C29}" dt="2025-12-14T11:55:27.671" v="469" actId="2890"/>
        <pc:sldMkLst>
          <pc:docMk/>
          <pc:sldMk cId="2434568570" sldId="368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6F6C2B-BA23-4B6F-A16C-E83E1A24F26C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5709C8C-1C0B-460F-A188-A3D13441D7A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8414531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677661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68917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5709C8C-1C0B-460F-A188-A3D13441D7A7}" type="slidenum">
              <a:rPr lang="ko-KR" altLang="en-US" smtClean="0"/>
              <a:t>15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9549859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ko-KR" altLang="en-US"/>
              <a:t>클릭하여 마스터 부제목 스타일 편집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7253515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rgbClr val="FFC000"/>
                </a:solidFill>
              </a:defRPr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>
                <a:solidFill>
                  <a:srgbClr val="92D050"/>
                </a:solidFill>
              </a:defRPr>
            </a:lvl1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7923749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161494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001947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012556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890312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2113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87736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 anchor="t"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09319929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592793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9865036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69269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8650" y="1207168"/>
            <a:ext cx="7886700" cy="34255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CC14F1D-BB12-4672-BB3C-1516046A1FA4}" type="datetimeFigureOut">
              <a:rPr lang="ko-KR" altLang="en-US" smtClean="0"/>
              <a:t>2025-12-14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74CA7E7-31D2-4AE6-A432-9AD10A095A93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60751608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b="0" i="0" u="none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b="0" i="0" u="none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svg"/><Relationship Id="rId3" Type="http://schemas.openxmlformats.org/officeDocument/2006/relationships/slideLayout" Target="../slideLayouts/slideLayout2.xml"/><Relationship Id="rId7" Type="http://schemas.openxmlformats.org/officeDocument/2006/relationships/image" Target="../media/image1.png"/><Relationship Id="rId2" Type="http://schemas.openxmlformats.org/officeDocument/2006/relationships/audio" Target="../media/media1.mp3"/><Relationship Id="rId1" Type="http://schemas.microsoft.com/office/2007/relationships/media" Target="../media/media1.mp3"/><Relationship Id="rId6" Type="http://schemas.openxmlformats.org/officeDocument/2006/relationships/image" Target="../media/image3.png"/><Relationship Id="rId5" Type="http://schemas.openxmlformats.org/officeDocument/2006/relationships/hyperlink" Target="https://www.youtube.com/c/SoftwareToolTime" TargetMode="External"/><Relationship Id="rId4" Type="http://schemas.openxmlformats.org/officeDocument/2006/relationships/notesSlide" Target="../notesSlides/notesSlide3.xml"/><Relationship Id="rId9" Type="http://schemas.openxmlformats.org/officeDocument/2006/relationships/image" Target="../media/image4.png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2524769" y="1802313"/>
            <a:ext cx="5630359" cy="769441"/>
          </a:xfrm>
          <a:prstGeom prst="rect">
            <a:avLst/>
          </a:prstGeom>
          <a:noFill/>
          <a:ln>
            <a:noFill/>
          </a:ln>
          <a:effectLst/>
        </p:spPr>
        <p:txBody>
          <a:bodyPr wrap="square" rtlCol="0">
            <a:spAutoFit/>
          </a:bodyPr>
          <a:lstStyle/>
          <a:p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S</a:t>
            </a:r>
            <a:r>
              <a:rPr lang="en-US" altLang="ko-KR" sz="4400">
                <a:latin typeface="AR HERMANN" panose="02000000000000000000" pitchFamily="2" charset="0"/>
              </a:rPr>
              <a:t>oft</a:t>
            </a:r>
            <a:r>
              <a:rPr lang="en-US" altLang="ko-KR" sz="4400">
                <a:solidFill>
                  <a:schemeClr val="accent5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w</a:t>
            </a:r>
            <a:r>
              <a:rPr lang="en-US" altLang="ko-KR" sz="4400">
                <a:latin typeface="AR HERMANN" panose="02000000000000000000" pitchFamily="2" charset="0"/>
              </a:rPr>
              <a:t>a</a:t>
            </a:r>
            <a:r>
              <a:rPr lang="en-US" altLang="ko-KR" sz="4400">
                <a:solidFill>
                  <a:schemeClr val="accent6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r</a:t>
            </a:r>
            <a:r>
              <a:rPr lang="en-US" altLang="ko-KR" sz="4400">
                <a:latin typeface="AR HERMANN" panose="02000000000000000000" pitchFamily="2" charset="0"/>
              </a:rPr>
              <a:t>e </a:t>
            </a:r>
            <a:r>
              <a:rPr lang="en-US" altLang="ko-KR" sz="4400">
                <a:solidFill>
                  <a:schemeClr val="accent6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oo</a:t>
            </a:r>
            <a:r>
              <a:rPr lang="en-US" altLang="ko-KR" sz="4400">
                <a:solidFill>
                  <a:schemeClr val="accent2">
                    <a:lumMod val="60000"/>
                    <a:lumOff val="40000"/>
                  </a:schemeClr>
                </a:solidFill>
                <a:latin typeface="AR HERMANN" panose="02000000000000000000" pitchFamily="2" charset="0"/>
              </a:rPr>
              <a:t>l</a:t>
            </a:r>
            <a:r>
              <a:rPr lang="en-US" altLang="ko-KR" sz="4400">
                <a:latin typeface="AR HERMANN" panose="02000000000000000000" pitchFamily="2" charset="0"/>
              </a:rPr>
              <a:t> </a:t>
            </a:r>
            <a:r>
              <a:rPr lang="en-US" altLang="ko-KR" sz="4400">
                <a:solidFill>
                  <a:schemeClr val="accent4">
                    <a:lumMod val="40000"/>
                    <a:lumOff val="60000"/>
                  </a:schemeClr>
                </a:solidFill>
                <a:latin typeface="AR HERMANN" panose="02000000000000000000" pitchFamily="2" charset="0"/>
              </a:rPr>
              <a:t>T</a:t>
            </a:r>
            <a:r>
              <a:rPr lang="en-US" altLang="ko-KR" sz="4400">
                <a:latin typeface="AR HERMANN" panose="02000000000000000000" pitchFamily="2" charset="0"/>
              </a:rPr>
              <a:t>ime</a:t>
            </a:r>
            <a:endParaRPr lang="ko-KR" altLang="en-US" sz="4400">
              <a:latin typeface="AR HERMANN" panose="02000000000000000000" pitchFamily="2" charset="0"/>
            </a:endParaRPr>
          </a:p>
        </p:txBody>
      </p:sp>
      <p:pic>
        <p:nvPicPr>
          <p:cNvPr id="12" name="그래픽 11"/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88880" y="1780171"/>
            <a:ext cx="1224267" cy="124758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1026" name="Picture 2" descr="Creative Commons">
            <a:extLst>
              <a:ext uri="{FF2B5EF4-FFF2-40B4-BE49-F238E27FC236}">
                <a16:creationId xmlns:a16="http://schemas.microsoft.com/office/drawing/2014/main" id="{2DCAC4BA-2943-451C-A1DB-EBE3FE34B4A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26899" y="2683390"/>
            <a:ext cx="1287379" cy="31536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2531412B-F6C5-4F12-9A19-53BF3016D2F5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8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49809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3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7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7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26" presetClass="entr" presetSubtype="0" fill="hold" grpId="1" nodeType="withEffect">
                                  <p:stCondLst>
                                    <p:cond delay="1500"/>
                                  </p:stCondLst>
                                  <p:iterate type="lt">
                                    <p:tmPct val="2000"/>
                                  </p:iterate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4" dur="725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2278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830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7" dur="830" tmFilter="0, 0; 0.125,0.2665; 0.25,0.4; 0.375,0.465; 0.5,0.5;  0.625,0.535; 0.75,0.6; 0.875,0.7335; 1,1">
                                          <p:stCondLst>
                                            <p:cond delay="83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415" tmFilter="0, 0; 0.125,0.2665; 0.25,0.4; 0.375,0.465; 0.5,0.5;  0.625,0.535; 0.75,0.6; 0.875,0.7335; 1,1">
                                          <p:stCondLst>
                                            <p:cond delay="165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205" tmFilter="0, 0; 0.125,0.2665; 0.25,0.4; 0.375,0.465; 0.5,0.5;  0.625,0.535; 0.75,0.6; 0.875,0.7335; 1,1">
                                          <p:stCondLst>
                                            <p:cond delay="207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20" dur="33">
                                          <p:stCondLst>
                                            <p:cond delay="81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21" dur="208" decel="50000">
                                          <p:stCondLst>
                                            <p:cond delay="84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2" dur="33">
                                          <p:stCondLst>
                                            <p:cond delay="164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23" dur="208" decel="50000">
                                          <p:stCondLst>
                                            <p:cond delay="167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4" dur="33">
                                          <p:stCondLst>
                                            <p:cond delay="205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25" dur="208" decel="50000">
                                          <p:stCondLst>
                                            <p:cond delay="2085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26" dur="33">
                                          <p:stCondLst>
                                            <p:cond delay="226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7" dur="208" decel="50000">
                                          <p:stCondLst>
                                            <p:cond delay="2293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nodeType="withEffect">
                                  <p:stCondLst>
                                    <p:cond delay="48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7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32" presetClass="emph" presetSubtype="0" fill="hold" grpId="0" nodeType="withEffect">
                                  <p:stCondLst>
                                    <p:cond delay="6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animRot by="120000">
                                      <p:cBhvr>
                                        <p:cTn id="32" dur="200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3" dur="400" fill="hold">
                                          <p:stCondLst>
                                            <p:cond delay="4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240000">
                                      <p:cBhvr>
                                        <p:cTn id="34" dur="400" fill="hold">
                                          <p:stCondLst>
                                            <p:cond delay="8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-240000">
                                      <p:cBhvr>
                                        <p:cTn id="35" dur="400" fill="hold">
                                          <p:stCondLst>
                                            <p:cond delay="12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  <p:animRot by="120000">
                                      <p:cBhvr>
                                        <p:cTn id="36" dur="400" fill="hold">
                                          <p:stCondLst>
                                            <p:cond delay="160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r</p:attrName>
                                        </p:attrNameLst>
                                      </p:cBhvr>
                                    </p:animRo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3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3"/>
                </p:tgtEl>
              </p:cMediaNode>
            </p:audio>
          </p:childTnLst>
        </p:cTn>
      </p:par>
    </p:tnLst>
    <p:bldLst>
      <p:bldP spid="9" grpId="0"/>
      <p:bldP spid="9" grpId="1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79CCDFD-EBD7-4FD7-8F4F-A276841D28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4839" y="299037"/>
            <a:ext cx="7101784" cy="799582"/>
          </a:xfrm>
        </p:spPr>
        <p:txBody>
          <a:bodyPr>
            <a:noAutofit/>
          </a:bodyPr>
          <a:lstStyle/>
          <a:p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JIRA</a:t>
            </a:r>
            <a:r>
              <a:rPr lang="ko-KR" altLang="en-US" sz="2800" b="1">
                <a:solidFill>
                  <a:srgbClr val="00B0F0"/>
                </a:solidFill>
                <a:latin typeface="+mn-lt"/>
                <a:ea typeface="+mn-ea"/>
              </a:rPr>
              <a:t>로 프로젝트 효율적으로 관리하기 </a:t>
            </a:r>
            <a:r>
              <a:rPr lang="en-US" altLang="ko-KR" sz="2800" b="1">
                <a:solidFill>
                  <a:srgbClr val="00B0F0"/>
                </a:solidFill>
                <a:latin typeface="+mn-lt"/>
                <a:ea typeface="+mn-ea"/>
              </a:rPr>
              <a:t>4</a:t>
            </a:r>
            <a:endParaRPr lang="ko-KR" altLang="en-US" sz="2800" b="1">
              <a:solidFill>
                <a:srgbClr val="00B0F0"/>
              </a:solidFill>
              <a:latin typeface="+mn-lt"/>
              <a:ea typeface="+mn-ea"/>
            </a:endParaRP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383C38BD-6602-4EC4-A99D-FC94ECF4124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34839" y="1159017"/>
            <a:ext cx="7302524" cy="3543612"/>
          </a:xfrm>
        </p:spPr>
        <p:txBody>
          <a:bodyPr>
            <a:normAutofit/>
          </a:bodyPr>
          <a:lstStyle/>
          <a:p>
            <a:r>
              <a:rPr lang="ko-KR" altLang="en-US" sz="2000"/>
              <a:t>강사</a:t>
            </a:r>
            <a:endParaRPr lang="en-US" altLang="ko-KR" sz="2000"/>
          </a:p>
          <a:p>
            <a:pPr lvl="1"/>
            <a:r>
              <a:rPr lang="ko-KR" altLang="en-US" sz="1600"/>
              <a:t>아주대학교 소프트웨어학과 이유준</a:t>
            </a:r>
            <a:br>
              <a:rPr lang="en-US" altLang="ko-KR" sz="1600"/>
            </a:br>
            <a:endParaRPr lang="en-US" altLang="ko-KR" sz="1600"/>
          </a:p>
          <a:p>
            <a:r>
              <a:rPr lang="ko-KR" altLang="en-US" sz="2000"/>
              <a:t>목표</a:t>
            </a:r>
            <a:endParaRPr lang="en-US" altLang="ko-KR" sz="1600"/>
          </a:p>
          <a:p>
            <a:pPr lvl="1"/>
            <a:r>
              <a:rPr lang="ko-KR" altLang="en-US" sz="1600"/>
              <a:t>애자일 </a:t>
            </a:r>
            <a:r>
              <a:rPr lang="en-US" altLang="ko-KR" sz="1600"/>
              <a:t>– </a:t>
            </a:r>
            <a:r>
              <a:rPr lang="ko-KR" altLang="en-US" sz="1600"/>
              <a:t>스크럼</a:t>
            </a:r>
            <a:endParaRPr lang="en-US" altLang="ko-KR" sz="1600"/>
          </a:p>
          <a:p>
            <a:pPr lvl="1"/>
            <a:r>
              <a:rPr lang="en-US" altLang="ko-KR" sz="1600"/>
              <a:t>JIRA</a:t>
            </a:r>
            <a:r>
              <a:rPr lang="ko-KR" altLang="en-US" sz="1600"/>
              <a:t>에서 스크럼으로 스프린트 관리하기</a:t>
            </a:r>
            <a:endParaRPr lang="en-US" altLang="ko-KR" sz="1600"/>
          </a:p>
          <a:p>
            <a:pPr lvl="1"/>
            <a:r>
              <a:rPr lang="en-US" altLang="ko-KR" sz="1600"/>
              <a:t>Confluence </a:t>
            </a:r>
            <a:r>
              <a:rPr lang="ko-KR" altLang="en-US" sz="1600"/>
              <a:t>활용</a:t>
            </a:r>
            <a:br>
              <a:rPr lang="en-US" altLang="ko-KR" sz="1600"/>
            </a:br>
            <a:endParaRPr lang="en-US" altLang="ko-KR" sz="1600"/>
          </a:p>
          <a:p>
            <a:r>
              <a:rPr lang="ko-KR" altLang="en-US" sz="2000"/>
              <a:t>사전 준비</a:t>
            </a:r>
            <a:endParaRPr lang="en-US" altLang="ko-KR" sz="2000"/>
          </a:p>
          <a:p>
            <a:pPr lvl="1"/>
            <a:r>
              <a:rPr lang="en-US" altLang="ko-KR" sz="1700" err="1"/>
              <a:t>Atlassin</a:t>
            </a:r>
            <a:r>
              <a:rPr lang="ko-KR" altLang="en-US" sz="1700"/>
              <a:t> 계정</a:t>
            </a:r>
            <a:endParaRPr lang="en-US" altLang="ko-KR" sz="1700"/>
          </a:p>
          <a:p>
            <a:pPr lvl="1"/>
            <a:r>
              <a:rPr lang="ko-KR" altLang="en-US" sz="1700"/>
              <a:t>네트워크 접속이 가능한 디바이스</a:t>
            </a: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  <a:p>
            <a:pPr marL="0" indent="0">
              <a:buNone/>
            </a:pPr>
            <a:endParaRPr lang="en-US" altLang="ko-KR" sz="1200">
              <a:solidFill>
                <a:srgbClr val="FFC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160608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82C01A-B52E-AF08-011C-6C00FB2163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7598D1F-415A-DF7A-4AE7-335FF7AA86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애자일 방법론 </a:t>
            </a:r>
            <a:r>
              <a:rPr lang="en-US" altLang="ko-KR">
                <a:ea typeface="+mn-ea"/>
              </a:rPr>
              <a:t>- </a:t>
            </a:r>
            <a:r>
              <a:rPr lang="ko-KR" altLang="en-US">
                <a:ea typeface="+mn-ea"/>
              </a:rPr>
              <a:t>스크럼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C8EC51AC-DB36-1226-D618-87B4274F5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스크럼</a:t>
            </a:r>
            <a:r>
              <a:rPr lang="en-US" altLang="ko-KR"/>
              <a:t>?</a:t>
            </a:r>
          </a:p>
          <a:p>
            <a:pPr lvl="1"/>
            <a:r>
              <a:rPr lang="ko-KR" altLang="en-US"/>
              <a:t>애자일 프레임 워크 중 하나</a:t>
            </a:r>
            <a:r>
              <a:rPr lang="en-US" altLang="ko-KR"/>
              <a:t>, </a:t>
            </a:r>
            <a:r>
              <a:rPr lang="ko-KR" altLang="en-US"/>
              <a:t>지속적 개선에 </a:t>
            </a:r>
            <a:r>
              <a:rPr lang="en-US" altLang="ko-KR"/>
              <a:t>focus</a:t>
            </a:r>
          </a:p>
          <a:p>
            <a:pPr marL="342900" lvl="1" indent="0">
              <a:buNone/>
            </a:pPr>
            <a:endParaRPr lang="en-US" altLang="ko-KR"/>
          </a:p>
          <a:p>
            <a:r>
              <a:rPr lang="ko-KR" altLang="en-US"/>
              <a:t>특징</a:t>
            </a:r>
            <a:endParaRPr lang="en-US" altLang="ko-KR"/>
          </a:p>
          <a:p>
            <a:pPr lvl="1"/>
            <a:r>
              <a:rPr lang="ko-KR" altLang="en-US"/>
              <a:t>업무를 스프린트라고 하는 더 작은 반복 주기로 나누어 처리</a:t>
            </a:r>
            <a:endParaRPr lang="en-US" altLang="ko-KR"/>
          </a:p>
          <a:p>
            <a:pPr lvl="1"/>
            <a:r>
              <a:rPr lang="ko-KR" altLang="en-US"/>
              <a:t>매 스프린트 시작 전 스프린트 스탠드 업 미팅</a:t>
            </a:r>
            <a:endParaRPr lang="en-US" altLang="ko-KR"/>
          </a:p>
          <a:p>
            <a:pPr lvl="1"/>
            <a:r>
              <a:rPr lang="ko-KR" altLang="en-US"/>
              <a:t>매 스프린트 완료 후 스프린트 회고 진행</a:t>
            </a:r>
            <a:endParaRPr lang="en-US" altLang="ko-KR"/>
          </a:p>
          <a:p>
            <a:pPr lvl="1"/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4185365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0F189C-B500-1DC8-359F-8F6F1735E2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9FAE123-2D9D-B1CA-8120-02B6E8194D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애자일 방법론 </a:t>
            </a:r>
            <a:r>
              <a:rPr lang="en-US" altLang="ko-KR">
                <a:ea typeface="+mn-ea"/>
              </a:rPr>
              <a:t>- </a:t>
            </a:r>
            <a:r>
              <a:rPr lang="ko-KR" altLang="en-US">
                <a:ea typeface="+mn-ea"/>
              </a:rPr>
              <a:t>스크럼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F8C346F-21D1-5459-DB0F-DA5D558FB4D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스크럼을 위한 기본 개념 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스프린트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스크럼 마스터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스크럼 </a:t>
            </a:r>
            <a:r>
              <a:rPr lang="ko-KR" altLang="en-US" err="1"/>
              <a:t>아티팩트</a:t>
            </a:r>
            <a:r>
              <a:rPr lang="ko-KR" altLang="en-US"/>
              <a:t> </a:t>
            </a:r>
            <a:r>
              <a:rPr lang="en-US" altLang="ko-KR"/>
              <a:t>( </a:t>
            </a:r>
            <a:r>
              <a:rPr lang="ko-KR" altLang="en-US"/>
              <a:t>제품 </a:t>
            </a:r>
            <a:r>
              <a:rPr lang="ko-KR" altLang="en-US" err="1"/>
              <a:t>백로그</a:t>
            </a:r>
            <a:r>
              <a:rPr lang="en-US" altLang="ko-KR"/>
              <a:t>, </a:t>
            </a:r>
            <a:r>
              <a:rPr lang="ko-KR" altLang="en-US"/>
              <a:t>스프린트 </a:t>
            </a:r>
            <a:r>
              <a:rPr lang="ko-KR" altLang="en-US" err="1"/>
              <a:t>백로그</a:t>
            </a:r>
            <a:r>
              <a:rPr lang="en-US" altLang="ko-KR"/>
              <a:t>, </a:t>
            </a:r>
            <a:r>
              <a:rPr lang="ko-KR" altLang="en-US"/>
              <a:t>완료의 정의</a:t>
            </a:r>
            <a:r>
              <a:rPr lang="en-US" altLang="ko-KR"/>
              <a:t>)</a:t>
            </a:r>
          </a:p>
          <a:p>
            <a:pPr marL="342900" lvl="1" indent="0">
              <a:buNone/>
            </a:pP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53802669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A9F106A-2971-543E-137A-CFBAA0C60B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13E8652-432A-23AA-6F30-FF46C3D9AB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애자일 방법론 </a:t>
            </a:r>
            <a:r>
              <a:rPr lang="en-US" altLang="ko-KR">
                <a:ea typeface="+mn-ea"/>
              </a:rPr>
              <a:t>- </a:t>
            </a:r>
            <a:r>
              <a:rPr lang="ko-KR" altLang="en-US">
                <a:ea typeface="+mn-ea"/>
              </a:rPr>
              <a:t>스크럼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2DAFAB18-84C3-C600-1BB9-DEBDBAB617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스크럼을 위한 기본 개념 </a:t>
            </a:r>
            <a:r>
              <a:rPr lang="en-US" altLang="ko-KR"/>
              <a:t>– </a:t>
            </a:r>
            <a:r>
              <a:rPr lang="ko-KR" altLang="en-US"/>
              <a:t>스프린트</a:t>
            </a:r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애자일 방법론에서 소규모 릴리스를 행할 주기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스크럼에서는 시행 할 업무를 이 스프린트를 주기로 지속적으로 수행함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각 스프린트에서는 </a:t>
            </a:r>
            <a:r>
              <a:rPr lang="en-US" altLang="ko-KR"/>
              <a:t>Point</a:t>
            </a:r>
            <a:r>
              <a:rPr lang="ko-KR" altLang="en-US"/>
              <a:t>라는 개념을 사용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114708288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841ADE-BC7B-20DF-0D43-06B8C1E5A0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EC7C0ADF-1E61-3A08-AEED-0D08CD33BF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애자일 방법론 </a:t>
            </a:r>
            <a:r>
              <a:rPr lang="en-US" altLang="ko-KR">
                <a:ea typeface="+mn-ea"/>
              </a:rPr>
              <a:t>- </a:t>
            </a:r>
            <a:r>
              <a:rPr lang="ko-KR" altLang="en-US">
                <a:ea typeface="+mn-ea"/>
              </a:rPr>
              <a:t>스크럼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129E85CF-7B5F-6CD0-9EB9-F814CEA144F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스크럼을 위한 기본 개념 </a:t>
            </a:r>
            <a:r>
              <a:rPr lang="en-US" altLang="ko-KR"/>
              <a:t>– </a:t>
            </a:r>
            <a:r>
              <a:rPr lang="ko-KR" altLang="en-US"/>
              <a:t>스크럼 마스터</a:t>
            </a:r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한마디로 스프린트를 이끌어 나갈 사람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스크럼 프로세스를 코칭하고</a:t>
            </a:r>
            <a:r>
              <a:rPr lang="en-US" altLang="ko-KR"/>
              <a:t>, </a:t>
            </a:r>
            <a:r>
              <a:rPr lang="ko-KR" altLang="en-US"/>
              <a:t>스크럼 프로세스를 촉진해 효율성을 향상시킴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스크럼 마스터가 스프린트 계획</a:t>
            </a:r>
            <a:r>
              <a:rPr lang="en-US" altLang="ko-KR"/>
              <a:t>, </a:t>
            </a:r>
            <a:r>
              <a:rPr lang="ko-KR" altLang="en-US"/>
              <a:t>스탠드업 및 회고 등을 계획함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396729253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5344E5-80B5-4776-19A0-31DB9B03FD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AF31CD7F-65C9-85BE-25A5-3F87AC926E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애자일 방법론 </a:t>
            </a:r>
            <a:r>
              <a:rPr lang="en-US" altLang="ko-KR">
                <a:ea typeface="+mn-ea"/>
              </a:rPr>
              <a:t>- </a:t>
            </a:r>
            <a:r>
              <a:rPr lang="ko-KR" altLang="en-US">
                <a:ea typeface="+mn-ea"/>
              </a:rPr>
              <a:t>스크럼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7BA8AC0-4090-9C04-DCA0-32CCE79AEAD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스크럼을 위한 기본 개념 </a:t>
            </a:r>
            <a:r>
              <a:rPr lang="en-US" altLang="ko-KR"/>
              <a:t>– </a:t>
            </a:r>
            <a:r>
              <a:rPr lang="ko-KR" altLang="en-US"/>
              <a:t>스크럼 </a:t>
            </a:r>
            <a:r>
              <a:rPr lang="ko-KR" altLang="en-US" err="1"/>
              <a:t>아티펙트</a:t>
            </a:r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제품 </a:t>
            </a:r>
            <a:r>
              <a:rPr lang="ko-KR" altLang="en-US" err="1"/>
              <a:t>백로그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스프린트 </a:t>
            </a:r>
            <a:r>
              <a:rPr lang="ko-KR" altLang="en-US" err="1"/>
              <a:t>백로그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스프린트 목표 </a:t>
            </a:r>
            <a:r>
              <a:rPr lang="en-US" altLang="ko-KR"/>
              <a:t>( </a:t>
            </a:r>
            <a:r>
              <a:rPr lang="ko-KR" altLang="en-US"/>
              <a:t>완료의 정의</a:t>
            </a:r>
            <a:r>
              <a:rPr lang="en-US" altLang="ko-KR"/>
              <a:t>,</a:t>
            </a:r>
            <a:r>
              <a:rPr lang="ko-KR" altLang="en-US"/>
              <a:t> </a:t>
            </a:r>
            <a:r>
              <a:rPr lang="en-US" altLang="ko-KR"/>
              <a:t>DoD)</a:t>
            </a:r>
          </a:p>
        </p:txBody>
      </p:sp>
    </p:spTree>
    <p:extLst>
      <p:ext uri="{BB962C8B-B14F-4D97-AF65-F5344CB8AC3E}">
        <p14:creationId xmlns:p14="http://schemas.microsoft.com/office/powerpoint/2010/main" val="34516625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540C0E-7848-80B4-6714-BEE3B9E9605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7DB5C6F-F91F-2B4F-E6B7-3CB875DD363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애자일 방법론 </a:t>
            </a:r>
            <a:r>
              <a:rPr lang="en-US" altLang="ko-KR">
                <a:ea typeface="+mn-ea"/>
              </a:rPr>
              <a:t>- </a:t>
            </a:r>
            <a:r>
              <a:rPr lang="ko-KR" altLang="en-US">
                <a:ea typeface="+mn-ea"/>
              </a:rPr>
              <a:t>스크럼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51F3801-804B-E00F-4E4A-FA3A5E912DE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스크럼을 위한 기본 개념 </a:t>
            </a:r>
            <a:r>
              <a:rPr lang="en-US" altLang="ko-KR"/>
              <a:t>– </a:t>
            </a:r>
            <a:r>
              <a:rPr lang="ko-KR" altLang="en-US"/>
              <a:t>스탠드 업 </a:t>
            </a:r>
            <a:r>
              <a:rPr lang="en-US" altLang="ko-KR"/>
              <a:t>&amp; </a:t>
            </a:r>
            <a:r>
              <a:rPr lang="ko-KR" altLang="en-US"/>
              <a:t>회고</a:t>
            </a:r>
            <a:endParaRPr lang="en-US" altLang="ko-KR"/>
          </a:p>
          <a:p>
            <a:endParaRPr lang="en-US" altLang="ko-KR"/>
          </a:p>
          <a:p>
            <a:pPr lvl="1"/>
            <a:r>
              <a:rPr lang="ko-KR" altLang="en-US"/>
              <a:t>스크럼은 각 구성원의 높은 참여가 중요함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이에 일일 스탠드업 회의를 통해 진행률을 논의함</a:t>
            </a:r>
            <a:endParaRPr lang="en-US" altLang="ko-KR"/>
          </a:p>
          <a:p>
            <a:pPr lvl="1"/>
            <a:endParaRPr lang="en-US" altLang="ko-KR"/>
          </a:p>
          <a:p>
            <a:pPr lvl="1"/>
            <a:r>
              <a:rPr lang="ko-KR" altLang="en-US"/>
              <a:t>스프린트가 끝나면 해당 스프린트를 회고하며 전체적인 능률을 향상시킴</a:t>
            </a:r>
            <a:endParaRPr lang="en-US" altLang="ko-KR"/>
          </a:p>
        </p:txBody>
      </p:sp>
    </p:spTree>
    <p:extLst>
      <p:ext uri="{BB962C8B-B14F-4D97-AF65-F5344CB8AC3E}">
        <p14:creationId xmlns:p14="http://schemas.microsoft.com/office/powerpoint/2010/main" val="242791137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5951E41-F7CE-8E35-57A9-CA9C3842659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5BD887D6-FA4A-4CF9-AA42-7EAB652AA2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스크럼 시작하기 </a:t>
            </a:r>
            <a:r>
              <a:rPr lang="en-US" altLang="ko-KR">
                <a:ea typeface="+mn-ea"/>
              </a:rPr>
              <a:t>– </a:t>
            </a:r>
            <a:r>
              <a:rPr lang="ko-KR" altLang="en-US">
                <a:ea typeface="+mn-ea"/>
              </a:rPr>
              <a:t>프로젝트 생성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0B317FC-71F6-3EB5-7929-8D9AAB1DD78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ko-KR"/>
              <a:t>JIRA </a:t>
            </a:r>
            <a:r>
              <a:rPr lang="ko-KR" altLang="en-US"/>
              <a:t>메인 페이지 </a:t>
            </a:r>
            <a:r>
              <a:rPr lang="en-US" altLang="ko-KR"/>
              <a:t>– </a:t>
            </a:r>
            <a:r>
              <a:rPr lang="ko-KR" altLang="en-US"/>
              <a:t>만들기 선택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r>
              <a:rPr lang="en-US" altLang="ko-KR"/>
              <a:t>OR, </a:t>
            </a:r>
            <a:r>
              <a:rPr lang="ko-KR" altLang="en-US"/>
              <a:t>좌측 메뉴에서 스페이스 추가 선택</a:t>
            </a:r>
            <a:endParaRPr lang="en-US" altLang="ko-KR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6BAA6E4-F057-E267-A960-9C50D8EB4B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15" y="1702538"/>
            <a:ext cx="8564170" cy="466790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7CFC6FBA-C9E7-9164-A3CB-FDAF997276A6}"/>
              </a:ext>
            </a:extLst>
          </p:cNvPr>
          <p:cNvSpPr/>
          <p:nvPr/>
        </p:nvSpPr>
        <p:spPr>
          <a:xfrm>
            <a:off x="7643191" y="1742294"/>
            <a:ext cx="882098" cy="35515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pic>
        <p:nvPicPr>
          <p:cNvPr id="8" name="그림 7" descr="텍스트, 스크린샷, 폰트, 번호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18C272C1-D0EB-62A9-D3B8-574EAC237FB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81791" y="2905329"/>
            <a:ext cx="2219635" cy="1924319"/>
          </a:xfrm>
          <a:prstGeom prst="rect">
            <a:avLst/>
          </a:prstGeom>
        </p:spPr>
      </p:pic>
      <p:sp>
        <p:nvSpPr>
          <p:cNvPr id="9" name="직사각형 8">
            <a:extLst>
              <a:ext uri="{FF2B5EF4-FFF2-40B4-BE49-F238E27FC236}">
                <a16:creationId xmlns:a16="http://schemas.microsoft.com/office/drawing/2014/main" id="{A4715DE2-3CF6-CBF9-80EE-BF38517319FA}"/>
              </a:ext>
            </a:extLst>
          </p:cNvPr>
          <p:cNvSpPr/>
          <p:nvPr/>
        </p:nvSpPr>
        <p:spPr>
          <a:xfrm>
            <a:off x="3657600" y="4528038"/>
            <a:ext cx="246185" cy="301610"/>
          </a:xfrm>
          <a:prstGeom prst="rect">
            <a:avLst/>
          </a:prstGeom>
          <a:noFill/>
          <a:ln w="38100"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9431307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9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8566CC-35A0-E373-33AA-E0D03B7EBDD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76AA32F-E323-83FA-40A1-2F392AB56F3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/>
              <a:t>좌측 메뉴에서 소프트웨어 개발 </a:t>
            </a:r>
            <a:r>
              <a:rPr lang="en-US" altLang="ko-KR"/>
              <a:t>– </a:t>
            </a:r>
            <a:r>
              <a:rPr lang="ko-KR" altLang="en-US"/>
              <a:t>스크럼 선택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7DF4F51-2E88-58B9-CFE5-967469FF364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스크럼 시작하기 </a:t>
            </a:r>
            <a:r>
              <a:rPr lang="en-US" altLang="ko-KR">
                <a:ea typeface="+mn-ea"/>
              </a:rPr>
              <a:t>– </a:t>
            </a:r>
            <a:r>
              <a:rPr lang="ko-KR" altLang="en-US">
                <a:ea typeface="+mn-ea"/>
              </a:rPr>
              <a:t>프로젝트 생성</a:t>
            </a:r>
          </a:p>
        </p:txBody>
      </p:sp>
      <p:grpSp>
        <p:nvGrpSpPr>
          <p:cNvPr id="15" name="그룹 14">
            <a:extLst>
              <a:ext uri="{FF2B5EF4-FFF2-40B4-BE49-F238E27FC236}">
                <a16:creationId xmlns:a16="http://schemas.microsoft.com/office/drawing/2014/main" id="{FFF18EA8-1C51-9B40-0371-83777D4550F5}"/>
              </a:ext>
            </a:extLst>
          </p:cNvPr>
          <p:cNvGrpSpPr/>
          <p:nvPr/>
        </p:nvGrpSpPr>
        <p:grpSpPr>
          <a:xfrm>
            <a:off x="888593" y="1757538"/>
            <a:ext cx="7366814" cy="2324814"/>
            <a:chOff x="756256" y="1594896"/>
            <a:chExt cx="7366814" cy="2324814"/>
          </a:xfrm>
        </p:grpSpPr>
        <p:pic>
          <p:nvPicPr>
            <p:cNvPr id="11" name="그림 10" descr="텍스트, 스크린샷, 폰트, 라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75E8234E-E216-3075-BA8C-8D1AC12C072A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756256" y="1594896"/>
              <a:ext cx="2819794" cy="1200318"/>
            </a:xfrm>
            <a:prstGeom prst="rect">
              <a:avLst/>
            </a:prstGeom>
          </p:spPr>
        </p:pic>
        <p:sp>
          <p:nvSpPr>
            <p:cNvPr id="6" name="직사각형 5">
              <a:extLst>
                <a:ext uri="{FF2B5EF4-FFF2-40B4-BE49-F238E27FC236}">
                  <a16:creationId xmlns:a16="http://schemas.microsoft.com/office/drawing/2014/main" id="{BFDC5BFD-7CF4-EEFA-223F-B31218FFA8B7}"/>
                </a:ext>
              </a:extLst>
            </p:cNvPr>
            <p:cNvSpPr/>
            <p:nvPr/>
          </p:nvSpPr>
          <p:spPr>
            <a:xfrm>
              <a:off x="953927" y="2394175"/>
              <a:ext cx="1061303" cy="355150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pic>
          <p:nvPicPr>
            <p:cNvPr id="13" name="그림 12" descr="텍스트, 스크린샷, 도표, 폰트이(가) 표시된 사진&#10;&#10;AI 생성 콘텐츠는 정확하지 않을 수 있습니다.">
              <a:extLst>
                <a:ext uri="{FF2B5EF4-FFF2-40B4-BE49-F238E27FC236}">
                  <a16:creationId xmlns:a16="http://schemas.microsoft.com/office/drawing/2014/main" id="{8594A93B-8576-048B-737D-877EC5BC484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940563" y="1606515"/>
              <a:ext cx="4182507" cy="2313195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4A3A702B-EAA2-FD9C-1446-7001AF8BA1C1}"/>
                </a:ext>
              </a:extLst>
            </p:cNvPr>
            <p:cNvSpPr/>
            <p:nvPr/>
          </p:nvSpPr>
          <p:spPr>
            <a:xfrm>
              <a:off x="6098819" y="1673318"/>
              <a:ext cx="1979861" cy="2197346"/>
            </a:xfrm>
            <a:prstGeom prst="rect">
              <a:avLst/>
            </a:prstGeom>
            <a:noFill/>
            <a:ln w="38100"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142331613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36E30E-C156-501E-789C-C3AC3A43E42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72B0F201-7E93-30A3-85C5-0D4B291EC12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/>
              <a:t>백로그</a:t>
            </a:r>
            <a:r>
              <a:rPr lang="en-US" altLang="ko-KR"/>
              <a:t> </a:t>
            </a:r>
            <a:r>
              <a:rPr lang="ko-KR" altLang="en-US"/>
              <a:t>메뉴 </a:t>
            </a:r>
            <a:r>
              <a:rPr lang="en-US" altLang="ko-KR"/>
              <a:t>– </a:t>
            </a:r>
            <a:r>
              <a:rPr lang="ko-KR" altLang="en-US"/>
              <a:t>스프린트를 만들고 원하는 작업을 할당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이후 </a:t>
            </a:r>
            <a:r>
              <a:rPr lang="en-US" altLang="ko-KR"/>
              <a:t>, </a:t>
            </a:r>
            <a:r>
              <a:rPr lang="ko-KR" altLang="en-US"/>
              <a:t>스프린트 시작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DCC563D-5278-CE55-666C-4DACADEEE8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스크럼</a:t>
            </a:r>
            <a:r>
              <a:rPr lang="en-US" altLang="ko-KR">
                <a:ea typeface="+mn-ea"/>
              </a:rPr>
              <a:t> -</a:t>
            </a:r>
            <a:r>
              <a:rPr lang="ko-KR" altLang="en-US">
                <a:ea typeface="+mn-ea"/>
              </a:rPr>
              <a:t> 스프린트 시작하기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6FEAE556-E4E9-159F-6644-D9F4FC7DA4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6" y="1640602"/>
            <a:ext cx="7897327" cy="352474"/>
          </a:xfrm>
          <a:prstGeom prst="rect">
            <a:avLst/>
          </a:prstGeom>
        </p:spPr>
      </p:pic>
      <p:pic>
        <p:nvPicPr>
          <p:cNvPr id="8" name="그림 7" descr="텍스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823B18B1-0986-56B3-0C63-DFBFD79AD87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31" y="2333230"/>
            <a:ext cx="7270510" cy="117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4988774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CDF1A-69FA-AA37-AE2A-86EB6A8EDA2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A2B4256B-1258-04BB-0D7C-C2843A518BE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ko-KR" altLang="en-US" err="1"/>
              <a:t>백로그</a:t>
            </a:r>
            <a:r>
              <a:rPr lang="en-US" altLang="ko-KR"/>
              <a:t> </a:t>
            </a:r>
            <a:r>
              <a:rPr lang="ko-KR" altLang="en-US"/>
              <a:t>메뉴 </a:t>
            </a:r>
            <a:r>
              <a:rPr lang="en-US" altLang="ko-KR"/>
              <a:t>– </a:t>
            </a:r>
            <a:r>
              <a:rPr lang="ko-KR" altLang="en-US"/>
              <a:t>스프린트를 만들고 원하는 작업을 할당</a:t>
            </a:r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endParaRPr lang="en-US" altLang="ko-KR"/>
          </a:p>
          <a:p>
            <a:r>
              <a:rPr lang="ko-KR" altLang="en-US"/>
              <a:t>이후 </a:t>
            </a:r>
            <a:r>
              <a:rPr lang="en-US" altLang="ko-KR"/>
              <a:t>, </a:t>
            </a:r>
            <a:r>
              <a:rPr lang="ko-KR" altLang="en-US"/>
              <a:t>스프린트 시작</a:t>
            </a:r>
            <a:endParaRPr lang="en-US" altLang="ko-KR"/>
          </a:p>
          <a:p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70F8E4F1-B875-8E8A-3410-24F5BE2131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스크럼</a:t>
            </a:r>
            <a:r>
              <a:rPr lang="en-US" altLang="ko-KR">
                <a:ea typeface="+mn-ea"/>
              </a:rPr>
              <a:t> -</a:t>
            </a:r>
            <a:r>
              <a:rPr lang="ko-KR" altLang="en-US">
                <a:ea typeface="+mn-ea"/>
              </a:rPr>
              <a:t> 스프린트 시작하기</a:t>
            </a: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F077BD6-12C5-F371-4BFD-99F3E087B8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336" y="1640602"/>
            <a:ext cx="7897327" cy="352474"/>
          </a:xfrm>
          <a:prstGeom prst="rect">
            <a:avLst/>
          </a:prstGeom>
        </p:spPr>
      </p:pic>
      <p:pic>
        <p:nvPicPr>
          <p:cNvPr id="8" name="그림 7" descr="텍스트, 라인, 스크린샷이(가) 표시된 사진&#10;&#10;AI 생성 콘텐츠는 정확하지 않을 수 있습니다.">
            <a:extLst>
              <a:ext uri="{FF2B5EF4-FFF2-40B4-BE49-F238E27FC236}">
                <a16:creationId xmlns:a16="http://schemas.microsoft.com/office/drawing/2014/main" id="{75D496D3-5DF7-36AD-30DA-D7D3B1621E7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2131" y="2333230"/>
            <a:ext cx="7270510" cy="11734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940855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922CE9D-F124-9B5C-975A-07D9F44960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D196CAB4-7AEE-9C30-CB8D-A3C8DC67A9F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스프린트의 각 작업에 대해 예상 스토리 포인트를 할당</a:t>
            </a:r>
            <a:endParaRPr lang="en-US" altLang="ko-KR"/>
          </a:p>
          <a:p>
            <a:r>
              <a:rPr lang="ko-KR" altLang="en-US"/>
              <a:t>스프린트 단계에서</a:t>
            </a:r>
            <a:r>
              <a:rPr lang="en-US" altLang="ko-KR"/>
              <a:t>, </a:t>
            </a:r>
            <a:r>
              <a:rPr lang="ko-KR" altLang="en-US"/>
              <a:t>이를 이용해 진척도를 추적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스프린트 완료 후</a:t>
            </a:r>
            <a:r>
              <a:rPr lang="en-US" altLang="ko-KR"/>
              <a:t>, </a:t>
            </a:r>
            <a:r>
              <a:rPr lang="ko-KR" altLang="en-US"/>
              <a:t>회고 단계에서 이를 바탕으로 다음 스프린트의</a:t>
            </a:r>
            <a:br>
              <a:rPr lang="en-US" altLang="ko-KR"/>
            </a:br>
            <a:r>
              <a:rPr lang="ko-KR" altLang="en-US"/>
              <a:t>목표치를 설정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21C36A99-AED0-E818-3238-479162C7FD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스크럼</a:t>
            </a:r>
            <a:r>
              <a:rPr lang="en-US" altLang="ko-KR">
                <a:ea typeface="+mn-ea"/>
              </a:rPr>
              <a:t> –</a:t>
            </a:r>
            <a:r>
              <a:rPr lang="ko-KR" altLang="en-US">
                <a:ea typeface="+mn-ea"/>
              </a:rPr>
              <a:t> 스프린트 포인트</a:t>
            </a:r>
          </a:p>
        </p:txBody>
      </p:sp>
    </p:spTree>
    <p:extLst>
      <p:ext uri="{BB962C8B-B14F-4D97-AF65-F5344CB8AC3E}">
        <p14:creationId xmlns:p14="http://schemas.microsoft.com/office/powerpoint/2010/main" val="153694286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C56869-4F9A-295C-20DD-D9D0FA3278D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AB83BE4-6DF5-D39A-E6DA-73157245A83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ko-KR" altLang="en-US"/>
              <a:t>매일 진척도를 점검하고 짧은 피드백</a:t>
            </a:r>
            <a:endParaRPr lang="en-US" altLang="ko-KR"/>
          </a:p>
          <a:p>
            <a:endParaRPr lang="en-US" altLang="ko-KR"/>
          </a:p>
          <a:p>
            <a:r>
              <a:rPr lang="ko-KR" altLang="en-US"/>
              <a:t>스프린트가 종료되면</a:t>
            </a:r>
            <a:r>
              <a:rPr lang="en-US" altLang="ko-KR"/>
              <a:t>, </a:t>
            </a:r>
            <a:r>
              <a:rPr lang="ko-KR" altLang="en-US"/>
              <a:t>해당 스프린트 기간을 돌아보며</a:t>
            </a:r>
            <a:br>
              <a:rPr lang="en-US" altLang="ko-KR"/>
            </a:br>
            <a:r>
              <a:rPr lang="ko-KR" altLang="en-US"/>
              <a:t>다음 스프린트를 계획함</a:t>
            </a:r>
            <a:r>
              <a:rPr lang="en-US" altLang="ko-KR"/>
              <a:t>.</a:t>
            </a:r>
            <a:br>
              <a:rPr lang="en-US" altLang="ko-KR"/>
            </a:br>
            <a:endParaRPr lang="en-US" altLang="ko-KR"/>
          </a:p>
          <a:p>
            <a:endParaRPr lang="en-US" altLang="ko-KR"/>
          </a:p>
          <a:p>
            <a:r>
              <a:rPr lang="en-US" altLang="ko-KR"/>
              <a:t>Confluence</a:t>
            </a:r>
            <a:r>
              <a:rPr lang="ko-KR" altLang="en-US"/>
              <a:t>를 통해 효율적 관리 가능</a:t>
            </a: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  <a:p>
            <a:pPr marL="0" indent="0">
              <a:buNone/>
            </a:pPr>
            <a:endParaRPr lang="en-US" altLang="ko-KR"/>
          </a:p>
        </p:txBody>
      </p:sp>
      <p:sp>
        <p:nvSpPr>
          <p:cNvPr id="2" name="제목 1">
            <a:extLst>
              <a:ext uri="{FF2B5EF4-FFF2-40B4-BE49-F238E27FC236}">
                <a16:creationId xmlns:a16="http://schemas.microsoft.com/office/drawing/2014/main" id="{88BC400A-09A5-0100-A1FB-9AD1B71C60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>
                <a:ea typeface="+mn-ea"/>
              </a:rPr>
              <a:t>스크럼</a:t>
            </a:r>
            <a:r>
              <a:rPr lang="en-US" altLang="ko-KR">
                <a:ea typeface="+mn-ea"/>
              </a:rPr>
              <a:t> –</a:t>
            </a:r>
            <a:r>
              <a:rPr lang="ko-KR" altLang="en-US">
                <a:ea typeface="+mn-ea"/>
              </a:rPr>
              <a:t> 일일 스탠드업 </a:t>
            </a:r>
            <a:r>
              <a:rPr lang="en-US" altLang="ko-KR">
                <a:ea typeface="+mn-ea"/>
              </a:rPr>
              <a:t>&amp; </a:t>
            </a:r>
            <a:r>
              <a:rPr lang="ko-KR" altLang="en-US">
                <a:ea typeface="+mn-ea"/>
              </a:rPr>
              <a:t>스프린트 회고</a:t>
            </a:r>
          </a:p>
        </p:txBody>
      </p:sp>
    </p:spTree>
    <p:extLst>
      <p:ext uri="{BB962C8B-B14F-4D97-AF65-F5344CB8AC3E}">
        <p14:creationId xmlns:p14="http://schemas.microsoft.com/office/powerpoint/2010/main" val="17248541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내용 개체 틀 4"/>
          <p:cNvSpPr>
            <a:spLocks noGrp="1"/>
          </p:cNvSpPr>
          <p:nvPr>
            <p:ph idx="1"/>
          </p:nvPr>
        </p:nvSpPr>
        <p:spPr>
          <a:xfrm>
            <a:off x="628650" y="558266"/>
            <a:ext cx="7886700" cy="4074458"/>
          </a:xfrm>
        </p:spPr>
        <p:txBody>
          <a:bodyPr>
            <a:normAutofit/>
          </a:bodyPr>
          <a:lstStyle/>
          <a:p>
            <a:pPr marL="0" indent="0" algn="ctr">
              <a:buNone/>
            </a:pP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Software Tool Time (</a:t>
            </a:r>
            <a:r>
              <a:rPr lang="ko-KR" altLang="en-US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소프트웨어 툴 타임</a:t>
            </a:r>
            <a:r>
              <a:rPr lang="en-US" altLang="ko-KR" sz="2000">
                <a:solidFill>
                  <a:srgbClr val="FFC000"/>
                </a:solidFill>
                <a:latin typeface="+mn-ea"/>
                <a:cs typeface="Arial" panose="020B0604020202020204" pitchFamily="34" charset="0"/>
              </a:rPr>
              <a:t>)</a:t>
            </a: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(CC-BY-NC 4.0) Ajou University</a:t>
            </a:r>
          </a:p>
          <a:p>
            <a:pPr marL="0" indent="0" algn="ctr">
              <a:buNone/>
            </a:pPr>
            <a:endParaRPr lang="en-US" altLang="ko-KR" sz="1600"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600">
                <a:latin typeface="+mn-ea"/>
                <a:cs typeface="Arial" panose="020B0604020202020204" pitchFamily="34" charset="0"/>
              </a:rPr>
              <a:t>Visit “Software Tool Time” channel in YouTube :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600">
                <a:solidFill>
                  <a:schemeClr val="accent2">
                    <a:lumMod val="75000"/>
                  </a:schemeClr>
                </a:solidFill>
                <a:latin typeface="+mn-ea"/>
                <a:cs typeface="Arial" panose="020B0604020202020204" pitchFamily="34" charset="0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https://www.youtube.com/c/SoftwareToolTime</a:t>
            </a:r>
            <a:r>
              <a:rPr lang="en-US" altLang="ko-KR" sz="1600">
                <a:latin typeface="+mn-ea"/>
                <a:cs typeface="Arial" panose="020B0604020202020204" pitchFamily="34" charset="0"/>
              </a:rPr>
              <a:t> </a:t>
            </a:r>
            <a:br>
              <a:rPr lang="en-US" altLang="ko-KR" sz="1600">
                <a:solidFill>
                  <a:schemeClr val="accent4">
                    <a:lumMod val="60000"/>
                    <a:lumOff val="40000"/>
                  </a:schemeClr>
                </a:solidFill>
                <a:latin typeface="+mn-ea"/>
                <a:cs typeface="Arial" panose="020B0604020202020204" pitchFamily="34" charset="0"/>
              </a:rPr>
            </a:br>
            <a:endParaRPr lang="en-US" altLang="ko-KR" sz="1600">
              <a:solidFill>
                <a:schemeClr val="accent4">
                  <a:lumMod val="60000"/>
                  <a:lumOff val="40000"/>
                </a:schemeClr>
              </a:solidFill>
              <a:latin typeface="+mn-ea"/>
              <a:cs typeface="Arial" panose="020B0604020202020204" pitchFamily="34" charset="0"/>
            </a:endParaRP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All product names, trademarks, and/or company names are used solely for identification and belong to their respective owners.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“Software Tool Time” video is licensed to the public under a Creative Commons Attribution 4.0 License  (https://creativecommons.org/license/by/4.0/) </a:t>
            </a:r>
          </a:p>
          <a:p>
            <a:pPr marL="0" indent="0" algn="ctr">
              <a:buNone/>
            </a:pP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Twin </a:t>
            </a:r>
            <a:r>
              <a:rPr lang="en-US" altLang="ko-KR" sz="1500" err="1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Musicom’s</a:t>
            </a:r>
            <a:r>
              <a:rPr lang="ko-KR" altLang="en-US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 </a:t>
            </a:r>
            <a:r>
              <a:rPr lang="en-US" altLang="ko-KR" sz="1500">
                <a:solidFill>
                  <a:srgbClr val="00B0F0"/>
                </a:solidFill>
                <a:latin typeface="+mn-ea"/>
                <a:cs typeface="Arial" panose="020B0604020202020204" pitchFamily="34" charset="0"/>
              </a:rPr>
              <a:t>African Drums (Sting) is licensed to the to the public under a Creative Commons Attribution 4.0 License (Artist: http://www.twinmusicom.org/)</a:t>
            </a:r>
          </a:p>
        </p:txBody>
      </p:sp>
      <p:pic>
        <p:nvPicPr>
          <p:cNvPr id="2050" name="Picture 2" descr="Creative Commons">
            <a:extLst>
              <a:ext uri="{FF2B5EF4-FFF2-40B4-BE49-F238E27FC236}">
                <a16:creationId xmlns:a16="http://schemas.microsoft.com/office/drawing/2014/main" id="{6AE06B9F-FD0B-4C77-AC7E-03A6408D6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96200" y="4632723"/>
            <a:ext cx="1159042" cy="2839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그래픽 3">
            <a:extLst>
              <a:ext uri="{FF2B5EF4-FFF2-40B4-BE49-F238E27FC236}">
                <a16:creationId xmlns:a16="http://schemas.microsoft.com/office/drawing/2014/main" id="{948356DE-CE21-4391-8E51-CF1FEFD7FB1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758" y="268669"/>
            <a:ext cx="743671" cy="757836"/>
          </a:xfrm>
          <a:prstGeom prst="rect">
            <a:avLst/>
          </a:prstGeom>
          <a:effectLst>
            <a:reflection blurRad="6350" stA="50000" endA="300" endPos="55500" dist="50800" dir="5400000" sy="-100000" algn="bl" rotWithShape="0"/>
          </a:effectLst>
        </p:spPr>
      </p:pic>
      <p:pic>
        <p:nvPicPr>
          <p:cNvPr id="6" name="African Drums (Sting) - Twin Musicom_6sec">
            <a:hlinkClick r:id="" action="ppaction://media"/>
            <a:extLst>
              <a:ext uri="{FF2B5EF4-FFF2-40B4-BE49-F238E27FC236}">
                <a16:creationId xmlns:a16="http://schemas.microsoft.com/office/drawing/2014/main" id="{B87ECA76-32A7-4267-9D4E-8F36C496823E}"/>
              </a:ext>
            </a:extLst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4224338" y="5532524"/>
            <a:ext cx="347662" cy="3476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412113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6055" fill="hold"/>
                                        <p:tgtEl>
                                          <p:spTgt spid="6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  <p:par>
                                <p:cTn id="7" presetID="47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520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>
              <p:cMediaNode vol="80000">
                <p:cTn id="14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6"/>
                </p:tgtEl>
              </p:cMediaNode>
            </p:audio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CE67FD49-CD4C-E222-0C49-99B102DD58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41C1AD47-9AE2-C62C-A443-3CDB403E694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315B1B90-0073-13FD-4BE6-308A759534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48883" y="0"/>
            <a:ext cx="9241766" cy="51488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7524149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MMPROD_NEXTUNIQUEID" val="10009"/>
  <p:tag name="MMPROD_UIPERSISTENCEDATA" val="MMPROD_UIPERSISTENCEDATA"/>
  <p:tag name="MMPROD_UIDATA" val="&lt;database version=&quot;11.0&quot;&gt;&lt;object type=&quot;1&quot; unique_id=&quot;10001&quot;&gt;&lt;object type=&quot;2&quot; unique_id=&quot;10002&quot;&gt;&lt;object type=&quot;3&quot; unique_id=&quot;10003&quot;&gt;&lt;property id=&quot;20148&quot; value=&quot;5&quot;/&gt;&lt;property id=&quot;20300&quot; value=&quot;Slide 2&quot;/&gt;&lt;property id=&quot;20307&quot; value=&quot;256&quot;/&gt;&lt;/object&gt;&lt;object type=&quot;3&quot; unique_id=&quot;10004&quot;&gt;&lt;property id=&quot;20148&quot; value=&quot;5&quot;/&gt;&lt;property id=&quot;20300&quot; value=&quot;Slide 6&quot;/&gt;&lt;property id=&quot;20307&quot; value=&quot;257&quot;/&gt;&lt;/object&gt;&lt;object type=&quot;3&quot; unique_id=&quot;10021&quot;&gt;&lt;property id=&quot;20148&quot; value=&quot;5&quot;/&gt;&lt;property id=&quot;20300&quot; value=&quot;Slide 3 - &amp;quot;Lecture : vi editor 초보편&amp;quot;&quot;/&gt;&lt;property id=&quot;20307&quot; value=&quot;258&quot;/&gt;&lt;/object&gt;&lt;object type=&quot;3&quot; unique_id=&quot;10047&quot;&gt;&lt;property id=&quot;20148&quot; value=&quot;5&quot;/&gt;&lt;property id=&quot;20300&quot; value=&quot;Slide 4 - &amp;quot;여기 부터 강의&amp;quot;&quot;/&gt;&lt;property id=&quot;20307&quot; value=&quot;260&quot;/&gt;&lt;/object&gt;&lt;object type=&quot;3&quot; unique_id=&quot;10048&quot;&gt;&lt;property id=&quot;20148&quot; value=&quot;5&quot;/&gt;&lt;property id=&quot;20300&quot; value=&quot;Slide 5 - &amp;quot;Lecture : vi editor 초보편&amp;quot;&quot;/&gt;&lt;property id=&quot;20307&quot; value=&quot;259&quot;/&gt;&lt;/object&gt;&lt;object type=&quot;3&quot; unique_id=&quot;10071&quot;&gt;&lt;property id=&quot;20148&quot; value=&quot;5&quot;/&gt;&lt;property id=&quot;20300&quot; value=&quot;Slide 1 - &amp;quot;Are you ready?&amp;quot;&quot;/&gt;&lt;property id=&quot;20307&quot; value=&quot;261&quot;/&gt;&lt;/object&gt;&lt;/object&gt;&lt;object type=&quot;8&quot; unique_id=&quot;10008&quot;&gt;&lt;/object&gt;&lt;/object&gt;&lt;/database&gt;"/>
  <p:tag name="SECTOMILLISECCONVERTED" val="1"/>
</p:tagLst>
</file>

<file path=ppt/theme/theme1.xml><?xml version="1.0" encoding="utf-8"?>
<a:theme xmlns:a="http://schemas.openxmlformats.org/drawingml/2006/main" name="Office Theme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사용자 지정 1">
      <a:majorFont>
        <a:latin typeface="나눔고딕 ExtraBold"/>
        <a:ea typeface="나눔고딕 ExtraBold"/>
        <a:cs typeface=""/>
      </a:majorFont>
      <a:minorFont>
        <a:latin typeface="나눔고딕"/>
        <a:ea typeface="나눔고딕"/>
        <a:cs typeface="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F46216B-77A9-411A-B9D3-5023FCB70208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Application>Microsoft Office PowerPoint</Application>
  <PresentationFormat>On-screen Show (16:9)</PresentationFormat>
  <Slides>16</Slides>
  <Notes>3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PowerPoint Presentation</vt:lpstr>
      <vt:lpstr>JIRA로 프로젝트 효율적으로 관리하기 4</vt:lpstr>
      <vt:lpstr>애자일 방법론 - 스크럼</vt:lpstr>
      <vt:lpstr>애자일 방법론 - 스크럼</vt:lpstr>
      <vt:lpstr>애자일 방법론 - 스크럼</vt:lpstr>
      <vt:lpstr>애자일 방법론 - 스크럼</vt:lpstr>
      <vt:lpstr>애자일 방법론 - 스크럼</vt:lpstr>
      <vt:lpstr>애자일 방법론 - 스크럼</vt:lpstr>
      <vt:lpstr>스크럼 시작하기 – 프로젝트 생성</vt:lpstr>
      <vt:lpstr>스크럼 시작하기 – 프로젝트 생성</vt:lpstr>
      <vt:lpstr>스크럼 - 스프린트 시작하기</vt:lpstr>
      <vt:lpstr>스크럼 - 스프린트 시작하기</vt:lpstr>
      <vt:lpstr>스크럼 – 스프린트 포인트</vt:lpstr>
      <vt:lpstr>스크럼 – 일일 스탠드업 &amp; 스프린트 회고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HyL</dc:creator>
  <cp:revision>1</cp:revision>
  <dcterms:created xsi:type="dcterms:W3CDTF">2017-03-17T07:48:16Z</dcterms:created>
  <dcterms:modified xsi:type="dcterms:W3CDTF">2025-12-14T12:01:48Z</dcterms:modified>
</cp:coreProperties>
</file>
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mp3" ContentType="audio/m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72" r:id="rId1"/>
  </p:sldMasterIdLst>
  <p:notesMasterIdLst>
    <p:notesMasterId r:id="rId16"/>
  </p:notesMasterIdLst>
  <p:sldIdLst>
    <p:sldId id="347" r:id="rId2"/>
    <p:sldId id="316" r:id="rId3"/>
    <p:sldId id="360" r:id="rId4"/>
    <p:sldId id="361" r:id="rId5"/>
    <p:sldId id="353" r:id="rId6"/>
    <p:sldId id="363" r:id="rId7"/>
    <p:sldId id="364" r:id="rId8"/>
    <p:sldId id="354" r:id="rId9"/>
    <p:sldId id="365" r:id="rId10"/>
    <p:sldId id="366" r:id="rId11"/>
    <p:sldId id="367" r:id="rId12"/>
    <p:sldId id="368" r:id="rId13"/>
    <p:sldId id="344" r:id="rId14"/>
    <p:sldId id="346" r:id="rId15"/>
  </p:sldIdLst>
  <p:sldSz cx="9144000" cy="5143500" type="screen16x9"/>
  <p:notesSz cx="6858000" cy="9144000"/>
  <p:embeddedFontLst>
    <p:embeddedFont>
      <p:font typeface="나눔고딕" panose="020B0604020202020204" charset="-127"/>
      <p:regular r:id="rId17"/>
      <p:bold r:id="rId18"/>
    </p:embeddedFont>
    <p:embeddedFont>
      <p:font typeface="나눔고딕 ExtraBold" panose="020B0604020202020204" charset="-127"/>
      <p:bold r:id="rId19"/>
    </p:embeddedFont>
    <p:embeddedFont>
      <p:font typeface="AR HERMANN" panose="020B0604020202020204" charset="0"/>
      <p:regular r:id="rId20"/>
    </p:embeddedFont>
    <p:embeddedFont>
      <p:font typeface="맑은 고딕" panose="020B0503020000020004" pitchFamily="34" charset="-127"/>
      <p:regular r:id="rId21"/>
      <p:bold r:id="rId22"/>
    </p:embeddedFont>
  </p:embeddedFontLst>
  <p:custDataLst>
    <p:tags r:id="rId23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E4B6E85-07E7-6644-B0C5-FE2FB3EF5BDB}" v="12" dt="2025-12-14T11:05:38.187"/>
    <p1510:client id="{34A51B84-460C-4529-8CB3-1DF7DA46ECCB}" v="238" dt="2025-12-14T10:58:18.535"/>
    <p1510:client id="{41BD44EF-22B8-4D58-AD00-B945861B95A3}" v="18" dt="2025-12-13T20:12:06.99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gs" Target="tags/tag1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이 유준" userId="61184928-e97b-442d-99aa-83485643fa96" providerId="ADAL" clId="{21B37B80-EAE4-4F87-858E-91B03CF1997C}"/>
    <pc:docChg chg="undo custSel addSld delSld modSld sldOrd">
      <pc:chgData name="이 유준" userId="61184928-e97b-442d-99aa-83485643fa96" providerId="ADAL" clId="{21B37B80-EAE4-4F87-858E-91B03CF1997C}" dt="2025-12-14T10:58:18.535" v="2599" actId="1076"/>
      <pc:docMkLst>
        <pc:docMk/>
      </pc:docMkLst>
      <pc:sldChg chg="modSp mod">
        <pc:chgData name="이 유준" userId="61184928-e97b-442d-99aa-83485643fa96" providerId="ADAL" clId="{21B37B80-EAE4-4F87-858E-91B03CF1997C}" dt="2025-12-14T10:57:04.458" v="2572" actId="20577"/>
        <pc:sldMkLst>
          <pc:docMk/>
          <pc:sldMk cId="1416060887" sldId="316"/>
        </pc:sldMkLst>
        <pc:spChg chg="mod">
          <ac:chgData name="이 유준" userId="61184928-e97b-442d-99aa-83485643fa96" providerId="ADAL" clId="{21B37B80-EAE4-4F87-858E-91B03CF1997C}" dt="2025-12-14T10:57:04.458" v="2572" actId="20577"/>
          <ac:spMkLst>
            <pc:docMk/>
            <pc:sldMk cId="1416060887" sldId="316"/>
            <ac:spMk id="3" creationId="{383C38BD-6602-4EC4-A99D-FC94ECF4124C}"/>
          </ac:spMkLst>
        </pc:spChg>
      </pc:sldChg>
      <pc:sldChg chg="modSp mod">
        <pc:chgData name="이 유준" userId="61184928-e97b-442d-99aa-83485643fa96" providerId="ADAL" clId="{21B37B80-EAE4-4F87-858E-91B03CF1997C}" dt="2025-12-14T07:32:05.296" v="398"/>
        <pc:sldMkLst>
          <pc:docMk/>
          <pc:sldMk cId="2441853655" sldId="353"/>
        </pc:sldMkLst>
        <pc:spChg chg="mod">
          <ac:chgData name="이 유준" userId="61184928-e97b-442d-99aa-83485643fa96" providerId="ADAL" clId="{21B37B80-EAE4-4F87-858E-91B03CF1997C}" dt="2025-12-14T07:30:57.815" v="11" actId="20577"/>
          <ac:spMkLst>
            <pc:docMk/>
            <pc:sldMk cId="2441853655" sldId="353"/>
            <ac:spMk id="2" creationId="{87598D1F-415A-DF7A-4AE7-335FF7AA8677}"/>
          </ac:spMkLst>
        </pc:spChg>
        <pc:spChg chg="mod">
          <ac:chgData name="이 유준" userId="61184928-e97b-442d-99aa-83485643fa96" providerId="ADAL" clId="{21B37B80-EAE4-4F87-858E-91B03CF1997C}" dt="2025-12-14T07:32:05.296" v="398"/>
          <ac:spMkLst>
            <pc:docMk/>
            <pc:sldMk cId="2441853655" sldId="353"/>
            <ac:spMk id="3" creationId="{C8EC51AC-DB36-1226-D618-87B4274F5AD5}"/>
          </ac:spMkLst>
        </pc:spChg>
      </pc:sldChg>
      <pc:sldChg chg="addSp delSp modSp mod ord delAnim modAnim">
        <pc:chgData name="이 유준" userId="61184928-e97b-442d-99aa-83485643fa96" providerId="ADAL" clId="{21B37B80-EAE4-4F87-858E-91B03CF1997C}" dt="2025-12-14T07:50:08.802" v="1560"/>
        <pc:sldMkLst>
          <pc:docMk/>
          <pc:sldMk cId="1394313079" sldId="354"/>
        </pc:sldMkLst>
        <pc:spChg chg="del">
          <ac:chgData name="이 유준" userId="61184928-e97b-442d-99aa-83485643fa96" providerId="ADAL" clId="{21B37B80-EAE4-4F87-858E-91B03CF1997C}" dt="2025-12-14T07:40:40.760" v="1056" actId="478"/>
          <ac:spMkLst>
            <pc:docMk/>
            <pc:sldMk cId="1394313079" sldId="354"/>
            <ac:spMk id="2" creationId="{5BD887D6-FA4A-4CF9-AA42-7EAB652AA289}"/>
          </ac:spMkLst>
        </pc:spChg>
        <pc:spChg chg="mod">
          <ac:chgData name="이 유준" userId="61184928-e97b-442d-99aa-83485643fa96" providerId="ADAL" clId="{21B37B80-EAE4-4F87-858E-91B03CF1997C}" dt="2025-12-14T07:45:47.996" v="1300" actId="27636"/>
          <ac:spMkLst>
            <pc:docMk/>
            <pc:sldMk cId="1394313079" sldId="354"/>
            <ac:spMk id="3" creationId="{F0B317FC-71F6-3EB5-7929-8D9AAB1DD78D}"/>
          </ac:spMkLst>
        </pc:spChg>
        <pc:spChg chg="mod ord">
          <ac:chgData name="이 유준" userId="61184928-e97b-442d-99aa-83485643fa96" providerId="ADAL" clId="{21B37B80-EAE4-4F87-858E-91B03CF1997C}" dt="2025-12-14T07:42:21.857" v="1152" actId="1076"/>
          <ac:spMkLst>
            <pc:docMk/>
            <pc:sldMk cId="1394313079" sldId="354"/>
            <ac:spMk id="6" creationId="{7CFC6FBA-C9E7-9164-A3CB-FDAF997276A6}"/>
          </ac:spMkLst>
        </pc:spChg>
        <pc:spChg chg="add mod">
          <ac:chgData name="이 유준" userId="61184928-e97b-442d-99aa-83485643fa96" providerId="ADAL" clId="{21B37B80-EAE4-4F87-858E-91B03CF1997C}" dt="2025-12-14T07:47:26.015" v="1470" actId="2711"/>
          <ac:spMkLst>
            <pc:docMk/>
            <pc:sldMk cId="1394313079" sldId="354"/>
            <ac:spMk id="7" creationId="{897AEAD9-8EE5-F637-806E-948C557CCF9C}"/>
          </ac:spMkLst>
        </pc:spChg>
        <pc:spChg chg="mod ord">
          <ac:chgData name="이 유준" userId="61184928-e97b-442d-99aa-83485643fa96" providerId="ADAL" clId="{21B37B80-EAE4-4F87-858E-91B03CF1997C}" dt="2025-12-14T07:43:18.184" v="1270" actId="14100"/>
          <ac:spMkLst>
            <pc:docMk/>
            <pc:sldMk cId="1394313079" sldId="354"/>
            <ac:spMk id="9" creationId="{A4715DE2-3CF6-CBF9-80EE-BF38517319FA}"/>
          </ac:spMkLst>
        </pc:spChg>
        <pc:spChg chg="add mod">
          <ac:chgData name="이 유준" userId="61184928-e97b-442d-99aa-83485643fa96" providerId="ADAL" clId="{21B37B80-EAE4-4F87-858E-91B03CF1997C}" dt="2025-12-14T07:40:42.075" v="1058"/>
          <ac:spMkLst>
            <pc:docMk/>
            <pc:sldMk cId="1394313079" sldId="354"/>
            <ac:spMk id="10" creationId="{805DE5C6-99B4-5E00-A962-AAF7E692254A}"/>
          </ac:spMkLst>
        </pc:spChg>
        <pc:spChg chg="add mod">
          <ac:chgData name="이 유준" userId="61184928-e97b-442d-99aa-83485643fa96" providerId="ADAL" clId="{21B37B80-EAE4-4F87-858E-91B03CF1997C}" dt="2025-12-14T07:43:23.949" v="1272" actId="1076"/>
          <ac:spMkLst>
            <pc:docMk/>
            <pc:sldMk cId="1394313079" sldId="354"/>
            <ac:spMk id="15" creationId="{72983254-F0AE-534D-69C5-3797920C053C}"/>
          </ac:spMkLst>
        </pc:spChg>
        <pc:spChg chg="add mod">
          <ac:chgData name="이 유준" userId="61184928-e97b-442d-99aa-83485643fa96" providerId="ADAL" clId="{21B37B80-EAE4-4F87-858E-91B03CF1997C}" dt="2025-12-14T07:47:00.266" v="1396" actId="1076"/>
          <ac:spMkLst>
            <pc:docMk/>
            <pc:sldMk cId="1394313079" sldId="354"/>
            <ac:spMk id="16" creationId="{D7CA6CAB-38BD-9613-1DC3-A5C264742C8E}"/>
          </ac:spMkLst>
        </pc:spChg>
        <pc:spChg chg="add mod">
          <ac:chgData name="이 유준" userId="61184928-e97b-442d-99aa-83485643fa96" providerId="ADAL" clId="{21B37B80-EAE4-4F87-858E-91B03CF1997C}" dt="2025-12-14T07:47:13.675" v="1469"/>
          <ac:spMkLst>
            <pc:docMk/>
            <pc:sldMk cId="1394313079" sldId="354"/>
            <ac:spMk id="17" creationId="{C1A30259-499B-76C6-6D77-C1D3E533B9FE}"/>
          </ac:spMkLst>
        </pc:spChg>
        <pc:picChg chg="del">
          <ac:chgData name="이 유준" userId="61184928-e97b-442d-99aa-83485643fa96" providerId="ADAL" clId="{21B37B80-EAE4-4F87-858E-91B03CF1997C}" dt="2025-12-14T07:42:06.022" v="1147" actId="478"/>
          <ac:picMkLst>
            <pc:docMk/>
            <pc:sldMk cId="1394313079" sldId="354"/>
            <ac:picMk id="5" creationId="{66BAA6E4-F057-E267-A960-9C50D8EB4B91}"/>
          </ac:picMkLst>
        </pc:picChg>
        <pc:picChg chg="del">
          <ac:chgData name="이 유준" userId="61184928-e97b-442d-99aa-83485643fa96" providerId="ADAL" clId="{21B37B80-EAE4-4F87-858E-91B03CF1997C}" dt="2025-12-14T07:42:30.514" v="1153" actId="478"/>
          <ac:picMkLst>
            <pc:docMk/>
            <pc:sldMk cId="1394313079" sldId="354"/>
            <ac:picMk id="8" creationId="{18C272C1-D0EB-62A9-D3B8-574EAC237FB2}"/>
          </ac:picMkLst>
        </pc:picChg>
        <pc:picChg chg="add mod">
          <ac:chgData name="이 유준" userId="61184928-e97b-442d-99aa-83485643fa96" providerId="ADAL" clId="{21B37B80-EAE4-4F87-858E-91B03CF1997C}" dt="2025-12-14T07:42:13.806" v="1150" actId="1076"/>
          <ac:picMkLst>
            <pc:docMk/>
            <pc:sldMk cId="1394313079" sldId="354"/>
            <ac:picMk id="12" creationId="{5F0891A4-8EF1-6B79-7B83-AB327C1B6002}"/>
          </ac:picMkLst>
        </pc:picChg>
        <pc:picChg chg="add mod">
          <ac:chgData name="이 유준" userId="61184928-e97b-442d-99aa-83485643fa96" providerId="ADAL" clId="{21B37B80-EAE4-4F87-858E-91B03CF1997C}" dt="2025-12-14T07:42:43.597" v="1156" actId="1076"/>
          <ac:picMkLst>
            <pc:docMk/>
            <pc:sldMk cId="1394313079" sldId="354"/>
            <ac:picMk id="14" creationId="{45D85D9B-5B2A-AF74-A59C-FE7F2BB2D211}"/>
          </ac:picMkLst>
        </pc:picChg>
      </pc:sldChg>
      <pc:sldChg chg="modSp add mod ord">
        <pc:chgData name="이 유준" userId="61184928-e97b-442d-99aa-83485643fa96" providerId="ADAL" clId="{21B37B80-EAE4-4F87-858E-91B03CF1997C}" dt="2025-12-14T07:34:31.542" v="716" actId="20577"/>
        <pc:sldMkLst>
          <pc:docMk/>
          <pc:sldMk cId="1051433173" sldId="360"/>
        </pc:sldMkLst>
        <pc:spChg chg="mod">
          <ac:chgData name="이 유준" userId="61184928-e97b-442d-99aa-83485643fa96" providerId="ADAL" clId="{21B37B80-EAE4-4F87-858E-91B03CF1997C}" dt="2025-12-14T07:32:19.400" v="410"/>
          <ac:spMkLst>
            <pc:docMk/>
            <pc:sldMk cId="1051433173" sldId="360"/>
            <ac:spMk id="2" creationId="{3C8EEB2D-268E-B77A-2955-2377CCAE2D6D}"/>
          </ac:spMkLst>
        </pc:spChg>
        <pc:spChg chg="mod">
          <ac:chgData name="이 유준" userId="61184928-e97b-442d-99aa-83485643fa96" providerId="ADAL" clId="{21B37B80-EAE4-4F87-858E-91B03CF1997C}" dt="2025-12-14T07:34:31.542" v="716" actId="20577"/>
          <ac:spMkLst>
            <pc:docMk/>
            <pc:sldMk cId="1051433173" sldId="360"/>
            <ac:spMk id="3" creationId="{9842372C-2328-2AF4-ED3F-1434544ABEB1}"/>
          </ac:spMkLst>
        </pc:spChg>
      </pc:sldChg>
      <pc:sldChg chg="addSp delSp modSp add mod">
        <pc:chgData name="이 유준" userId="61184928-e97b-442d-99aa-83485643fa96" providerId="ADAL" clId="{21B37B80-EAE4-4F87-858E-91B03CF1997C}" dt="2025-12-14T07:36:27.204" v="723" actId="1076"/>
        <pc:sldMkLst>
          <pc:docMk/>
          <pc:sldMk cId="3790085233" sldId="361"/>
        </pc:sldMkLst>
        <pc:spChg chg="del">
          <ac:chgData name="이 유준" userId="61184928-e97b-442d-99aa-83485643fa96" providerId="ADAL" clId="{21B37B80-EAE4-4F87-858E-91B03CF1997C}" dt="2025-12-14T07:36:12.592" v="718" actId="478"/>
          <ac:spMkLst>
            <pc:docMk/>
            <pc:sldMk cId="3790085233" sldId="361"/>
            <ac:spMk id="3" creationId="{11607F12-66FF-2FB0-4415-5CA1A1C3BDC8}"/>
          </ac:spMkLst>
        </pc:spChg>
        <pc:spChg chg="add del mod">
          <ac:chgData name="이 유준" userId="61184928-e97b-442d-99aa-83485643fa96" providerId="ADAL" clId="{21B37B80-EAE4-4F87-858E-91B03CF1997C}" dt="2025-12-14T07:36:14.340" v="719" actId="478"/>
          <ac:spMkLst>
            <pc:docMk/>
            <pc:sldMk cId="3790085233" sldId="361"/>
            <ac:spMk id="5" creationId="{C05DD76E-AF94-088E-4A00-90E9D227A4DA}"/>
          </ac:spMkLst>
        </pc:spChg>
        <pc:picChg chg="add mod">
          <ac:chgData name="이 유준" userId="61184928-e97b-442d-99aa-83485643fa96" providerId="ADAL" clId="{21B37B80-EAE4-4F87-858E-91B03CF1997C}" dt="2025-12-14T07:36:27.204" v="723" actId="1076"/>
          <ac:picMkLst>
            <pc:docMk/>
            <pc:sldMk cId="3790085233" sldId="361"/>
            <ac:picMk id="7" creationId="{86E1B0EC-CD43-0A02-664A-CFE656042E1C}"/>
          </ac:picMkLst>
        </pc:picChg>
      </pc:sldChg>
      <pc:sldChg chg="addSp delSp modSp add mod">
        <pc:chgData name="이 유준" userId="61184928-e97b-442d-99aa-83485643fa96" providerId="ADAL" clId="{21B37B80-EAE4-4F87-858E-91B03CF1997C}" dt="2025-12-14T07:37:30.916" v="733" actId="1076"/>
        <pc:sldMkLst>
          <pc:docMk/>
          <pc:sldMk cId="1612113108" sldId="362"/>
        </pc:sldMkLst>
        <pc:spChg chg="add del">
          <ac:chgData name="이 유준" userId="61184928-e97b-442d-99aa-83485643fa96" providerId="ADAL" clId="{21B37B80-EAE4-4F87-858E-91B03CF1997C}" dt="2025-12-14T07:37:14.049" v="727" actId="478"/>
          <ac:spMkLst>
            <pc:docMk/>
            <pc:sldMk cId="1612113108" sldId="362"/>
            <ac:spMk id="3" creationId="{3DB178CE-7CD1-C324-82FF-9E17EBBF5D06}"/>
          </ac:spMkLst>
        </pc:spChg>
        <pc:picChg chg="add mod">
          <ac:chgData name="이 유준" userId="61184928-e97b-442d-99aa-83485643fa96" providerId="ADAL" clId="{21B37B80-EAE4-4F87-858E-91B03CF1997C}" dt="2025-12-14T07:37:30.916" v="733" actId="1076"/>
          <ac:picMkLst>
            <pc:docMk/>
            <pc:sldMk cId="1612113108" sldId="362"/>
            <ac:picMk id="5" creationId="{DE395CD0-CE65-96E6-7C91-1F058BCE04BB}"/>
          </ac:picMkLst>
        </pc:picChg>
        <pc:picChg chg="del">
          <ac:chgData name="이 유준" userId="61184928-e97b-442d-99aa-83485643fa96" providerId="ADAL" clId="{21B37B80-EAE4-4F87-858E-91B03CF1997C}" dt="2025-12-14T07:37:10.281" v="725" actId="478"/>
          <ac:picMkLst>
            <pc:docMk/>
            <pc:sldMk cId="1612113108" sldId="362"/>
            <ac:picMk id="7" creationId="{C70CBCA3-3603-AECF-E94D-D936EBC0F313}"/>
          </ac:picMkLst>
        </pc:picChg>
      </pc:sldChg>
      <pc:sldChg chg="addSp delSp modSp add mod">
        <pc:chgData name="이 유준" userId="61184928-e97b-442d-99aa-83485643fa96" providerId="ADAL" clId="{21B37B80-EAE4-4F87-858E-91B03CF1997C}" dt="2025-12-14T07:38:13.235" v="741" actId="1076"/>
        <pc:sldMkLst>
          <pc:docMk/>
          <pc:sldMk cId="1853664231" sldId="363"/>
        </pc:sldMkLst>
        <pc:spChg chg="del">
          <ac:chgData name="이 유준" userId="61184928-e97b-442d-99aa-83485643fa96" providerId="ADAL" clId="{21B37B80-EAE4-4F87-858E-91B03CF1997C}" dt="2025-12-14T07:38:07.306" v="735" actId="478"/>
          <ac:spMkLst>
            <pc:docMk/>
            <pc:sldMk cId="1853664231" sldId="363"/>
            <ac:spMk id="3" creationId="{F5E121F3-6A07-201D-1797-D6DBF1215655}"/>
          </ac:spMkLst>
        </pc:spChg>
        <pc:spChg chg="add del mod">
          <ac:chgData name="이 유준" userId="61184928-e97b-442d-99aa-83485643fa96" providerId="ADAL" clId="{21B37B80-EAE4-4F87-858E-91B03CF1997C}" dt="2025-12-14T07:38:11.773" v="740" actId="478"/>
          <ac:spMkLst>
            <pc:docMk/>
            <pc:sldMk cId="1853664231" sldId="363"/>
            <ac:spMk id="5" creationId="{313CBB7E-D5E3-D30A-D555-6EC4455551E8}"/>
          </ac:spMkLst>
        </pc:spChg>
        <pc:picChg chg="add mod">
          <ac:chgData name="이 유준" userId="61184928-e97b-442d-99aa-83485643fa96" providerId="ADAL" clId="{21B37B80-EAE4-4F87-858E-91B03CF1997C}" dt="2025-12-14T07:38:13.235" v="741" actId="1076"/>
          <ac:picMkLst>
            <pc:docMk/>
            <pc:sldMk cId="1853664231" sldId="363"/>
            <ac:picMk id="7" creationId="{C610C90A-6A4E-AB63-8C26-526B321B9278}"/>
          </ac:picMkLst>
        </pc:picChg>
      </pc:sldChg>
      <pc:sldChg chg="modSp add mod ord">
        <pc:chgData name="이 유준" userId="61184928-e97b-442d-99aa-83485643fa96" providerId="ADAL" clId="{21B37B80-EAE4-4F87-858E-91B03CF1997C}" dt="2025-12-14T07:39:48.162" v="1030" actId="20577"/>
        <pc:sldMkLst>
          <pc:docMk/>
          <pc:sldMk cId="1271009442" sldId="364"/>
        </pc:sldMkLst>
        <pc:spChg chg="mod">
          <ac:chgData name="이 유준" userId="61184928-e97b-442d-99aa-83485643fa96" providerId="ADAL" clId="{21B37B80-EAE4-4F87-858E-91B03CF1997C}" dt="2025-12-14T07:39:48.162" v="1030" actId="20577"/>
          <ac:spMkLst>
            <pc:docMk/>
            <pc:sldMk cId="1271009442" sldId="364"/>
            <ac:spMk id="3" creationId="{E9FB8335-4CA6-12A4-E486-A31FD34C8600}"/>
          </ac:spMkLst>
        </pc:spChg>
      </pc:sldChg>
      <pc:sldChg chg="addSp delSp modSp add mod delAnim">
        <pc:chgData name="이 유준" userId="61184928-e97b-442d-99aa-83485643fa96" providerId="ADAL" clId="{21B37B80-EAE4-4F87-858E-91B03CF1997C}" dt="2025-12-14T07:49:50.402" v="1558" actId="478"/>
        <pc:sldMkLst>
          <pc:docMk/>
          <pc:sldMk cId="1066672967" sldId="365"/>
        </pc:sldMkLst>
        <pc:spChg chg="mod">
          <ac:chgData name="이 유준" userId="61184928-e97b-442d-99aa-83485643fa96" providerId="ADAL" clId="{21B37B80-EAE4-4F87-858E-91B03CF1997C}" dt="2025-12-14T07:49:47.087" v="1556" actId="20577"/>
          <ac:spMkLst>
            <pc:docMk/>
            <pc:sldMk cId="1066672967" sldId="365"/>
            <ac:spMk id="3" creationId="{B8BD7E4E-A7E5-3B7A-AFE9-679A16783079}"/>
          </ac:spMkLst>
        </pc:spChg>
        <pc:spChg chg="mod ord">
          <ac:chgData name="이 유준" userId="61184928-e97b-442d-99aa-83485643fa96" providerId="ADAL" clId="{21B37B80-EAE4-4F87-858E-91B03CF1997C}" dt="2025-12-14T07:48:47.197" v="1555" actId="14100"/>
          <ac:spMkLst>
            <pc:docMk/>
            <pc:sldMk cId="1066672967" sldId="365"/>
            <ac:spMk id="6" creationId="{70DD5260-2BB8-1904-7477-47A20070C184}"/>
          </ac:spMkLst>
        </pc:spChg>
        <pc:spChg chg="mod">
          <ac:chgData name="이 유준" userId="61184928-e97b-442d-99aa-83485643fa96" providerId="ADAL" clId="{21B37B80-EAE4-4F87-858E-91B03CF1997C}" dt="2025-12-14T07:46:21.377" v="1394"/>
          <ac:spMkLst>
            <pc:docMk/>
            <pc:sldMk cId="1066672967" sldId="365"/>
            <ac:spMk id="7" creationId="{951A6DF3-2AA2-CB47-CC92-3B530230D4B7}"/>
          </ac:spMkLst>
        </pc:spChg>
        <pc:spChg chg="del">
          <ac:chgData name="이 유준" userId="61184928-e97b-442d-99aa-83485643fa96" providerId="ADAL" clId="{21B37B80-EAE4-4F87-858E-91B03CF1997C}" dt="2025-12-14T07:49:49.470" v="1557" actId="478"/>
          <ac:spMkLst>
            <pc:docMk/>
            <pc:sldMk cId="1066672967" sldId="365"/>
            <ac:spMk id="9" creationId="{ACFFF713-3D8D-0C7C-8F80-C9CB041B1B31}"/>
          </ac:spMkLst>
        </pc:spChg>
        <pc:spChg chg="del">
          <ac:chgData name="이 유준" userId="61184928-e97b-442d-99aa-83485643fa96" providerId="ADAL" clId="{21B37B80-EAE4-4F87-858E-91B03CF1997C}" dt="2025-12-14T07:49:50.402" v="1558" actId="478"/>
          <ac:spMkLst>
            <pc:docMk/>
            <pc:sldMk cId="1066672967" sldId="365"/>
            <ac:spMk id="15" creationId="{3A8F8934-7413-20AE-117A-0C1862E36CEC}"/>
          </ac:spMkLst>
        </pc:spChg>
        <pc:spChg chg="del">
          <ac:chgData name="이 유준" userId="61184928-e97b-442d-99aa-83485643fa96" providerId="ADAL" clId="{21B37B80-EAE4-4F87-858E-91B03CF1997C}" dt="2025-12-14T07:48:07.581" v="1484" actId="478"/>
          <ac:spMkLst>
            <pc:docMk/>
            <pc:sldMk cId="1066672967" sldId="365"/>
            <ac:spMk id="16" creationId="{A6B9462A-D431-4155-3AFF-636D627E8EA7}"/>
          </ac:spMkLst>
        </pc:spChg>
        <pc:picChg chg="add mod">
          <ac:chgData name="이 유준" userId="61184928-e97b-442d-99aa-83485643fa96" providerId="ADAL" clId="{21B37B80-EAE4-4F87-858E-91B03CF1997C}" dt="2025-12-14T07:48:29.368" v="1551" actId="1076"/>
          <ac:picMkLst>
            <pc:docMk/>
            <pc:sldMk cId="1066672967" sldId="365"/>
            <ac:picMk id="4" creationId="{949F11BA-E6E1-D391-F7BB-986F00C3223D}"/>
          </ac:picMkLst>
        </pc:picChg>
        <pc:picChg chg="del">
          <ac:chgData name="이 유준" userId="61184928-e97b-442d-99aa-83485643fa96" providerId="ADAL" clId="{21B37B80-EAE4-4F87-858E-91B03CF1997C}" dt="2025-12-14T07:47:35.414" v="1471" actId="478"/>
          <ac:picMkLst>
            <pc:docMk/>
            <pc:sldMk cId="1066672967" sldId="365"/>
            <ac:picMk id="12" creationId="{7E5B20C5-4DE6-B6A3-6870-5E6F70F73C77}"/>
          </ac:picMkLst>
        </pc:picChg>
        <pc:picChg chg="del">
          <ac:chgData name="이 유준" userId="61184928-e97b-442d-99aa-83485643fa96" providerId="ADAL" clId="{21B37B80-EAE4-4F87-858E-91B03CF1997C}" dt="2025-12-14T07:47:35.980" v="1472" actId="478"/>
          <ac:picMkLst>
            <pc:docMk/>
            <pc:sldMk cId="1066672967" sldId="365"/>
            <ac:picMk id="14" creationId="{F2DB4D81-0147-6F5A-7B47-F63EF68D2B67}"/>
          </ac:picMkLst>
        </pc:picChg>
      </pc:sldChg>
      <pc:sldChg chg="modSp add del mod">
        <pc:chgData name="이 유준" userId="61184928-e97b-442d-99aa-83485643fa96" providerId="ADAL" clId="{21B37B80-EAE4-4F87-858E-91B03CF1997C}" dt="2025-12-14T07:40:52.886" v="1059" actId="47"/>
        <pc:sldMkLst>
          <pc:docMk/>
          <pc:sldMk cId="3158759283" sldId="365"/>
        </pc:sldMkLst>
        <pc:spChg chg="mod">
          <ac:chgData name="이 유준" userId="61184928-e97b-442d-99aa-83485643fa96" providerId="ADAL" clId="{21B37B80-EAE4-4F87-858E-91B03CF1997C}" dt="2025-12-14T07:40:25.616" v="1051"/>
          <ac:spMkLst>
            <pc:docMk/>
            <pc:sldMk cId="3158759283" sldId="365"/>
            <ac:spMk id="2" creationId="{7916B263-188F-0139-22FC-5EBF8608DDF8}"/>
          </ac:spMkLst>
        </pc:spChg>
      </pc:sldChg>
      <pc:sldChg chg="addSp delSp modSp add mod delAnim">
        <pc:chgData name="이 유준" userId="61184928-e97b-442d-99aa-83485643fa96" providerId="ADAL" clId="{21B37B80-EAE4-4F87-858E-91B03CF1997C}" dt="2025-12-14T07:51:22.052" v="1647" actId="1076"/>
        <pc:sldMkLst>
          <pc:docMk/>
          <pc:sldMk cId="1711063247" sldId="366"/>
        </pc:sldMkLst>
        <pc:spChg chg="mod">
          <ac:chgData name="이 유준" userId="61184928-e97b-442d-99aa-83485643fa96" providerId="ADAL" clId="{21B37B80-EAE4-4F87-858E-91B03CF1997C}" dt="2025-12-14T07:51:07.405" v="1641"/>
          <ac:spMkLst>
            <pc:docMk/>
            <pc:sldMk cId="1711063247" sldId="366"/>
            <ac:spMk id="3" creationId="{D59E15E0-2E58-E8DD-410E-A0823496B601}"/>
          </ac:spMkLst>
        </pc:spChg>
        <pc:spChg chg="del">
          <ac:chgData name="이 유준" userId="61184928-e97b-442d-99aa-83485643fa96" providerId="ADAL" clId="{21B37B80-EAE4-4F87-858E-91B03CF1997C}" dt="2025-12-14T07:51:15.801" v="1642" actId="478"/>
          <ac:spMkLst>
            <pc:docMk/>
            <pc:sldMk cId="1711063247" sldId="366"/>
            <ac:spMk id="6" creationId="{ACC5F564-E741-9CBE-6A7E-5A0A70CD5642}"/>
          </ac:spMkLst>
        </pc:spChg>
        <pc:spChg chg="mod">
          <ac:chgData name="이 유준" userId="61184928-e97b-442d-99aa-83485643fa96" providerId="ADAL" clId="{21B37B80-EAE4-4F87-858E-91B03CF1997C}" dt="2025-12-14T07:50:24.435" v="1583"/>
          <ac:spMkLst>
            <pc:docMk/>
            <pc:sldMk cId="1711063247" sldId="366"/>
            <ac:spMk id="7" creationId="{5310EF1C-C3C3-ADBE-836F-19404CC07EC3}"/>
          </ac:spMkLst>
        </pc:spChg>
        <pc:picChg chg="del">
          <ac:chgData name="이 유준" userId="61184928-e97b-442d-99aa-83485643fa96" providerId="ADAL" clId="{21B37B80-EAE4-4F87-858E-91B03CF1997C}" dt="2025-12-14T07:51:16.252" v="1643" actId="478"/>
          <ac:picMkLst>
            <pc:docMk/>
            <pc:sldMk cId="1711063247" sldId="366"/>
            <ac:picMk id="4" creationId="{F31AC7E0-E80D-4788-B986-125CFA0EE1F8}"/>
          </ac:picMkLst>
        </pc:picChg>
        <pc:picChg chg="add mod">
          <ac:chgData name="이 유준" userId="61184928-e97b-442d-99aa-83485643fa96" providerId="ADAL" clId="{21B37B80-EAE4-4F87-858E-91B03CF1997C}" dt="2025-12-14T07:51:22.052" v="1647" actId="1076"/>
          <ac:picMkLst>
            <pc:docMk/>
            <pc:sldMk cId="1711063247" sldId="366"/>
            <ac:picMk id="5" creationId="{8E9D838F-5CD8-4F98-FE8E-E6201829505F}"/>
          </ac:picMkLst>
        </pc:picChg>
      </pc:sldChg>
      <pc:sldChg chg="addSp delSp modSp add mod modAnim">
        <pc:chgData name="이 유준" userId="61184928-e97b-442d-99aa-83485643fa96" providerId="ADAL" clId="{21B37B80-EAE4-4F87-858E-91B03CF1997C}" dt="2025-12-14T07:56:32.190" v="1824" actId="20577"/>
        <pc:sldMkLst>
          <pc:docMk/>
          <pc:sldMk cId="2219673629" sldId="367"/>
        </pc:sldMkLst>
        <pc:spChg chg="mod">
          <ac:chgData name="이 유준" userId="61184928-e97b-442d-99aa-83485643fa96" providerId="ADAL" clId="{21B37B80-EAE4-4F87-858E-91B03CF1997C}" dt="2025-12-14T07:54:24.927" v="1789" actId="6549"/>
          <ac:spMkLst>
            <pc:docMk/>
            <pc:sldMk cId="2219673629" sldId="367"/>
            <ac:spMk id="3" creationId="{98472DE8-C364-40ED-E0A6-BA1AE5B25E33}"/>
          </ac:spMkLst>
        </pc:spChg>
        <pc:spChg chg="add mod">
          <ac:chgData name="이 유준" userId="61184928-e97b-442d-99aa-83485643fa96" providerId="ADAL" clId="{21B37B80-EAE4-4F87-858E-91B03CF1997C}" dt="2025-12-14T07:54:19.949" v="1785" actId="164"/>
          <ac:spMkLst>
            <pc:docMk/>
            <pc:sldMk cId="2219673629" sldId="367"/>
            <ac:spMk id="6" creationId="{28939D8D-DE75-9439-6F65-7191C7A3593C}"/>
          </ac:spMkLst>
        </pc:spChg>
        <pc:spChg chg="mod">
          <ac:chgData name="이 유준" userId="61184928-e97b-442d-99aa-83485643fa96" providerId="ADAL" clId="{21B37B80-EAE4-4F87-858E-91B03CF1997C}" dt="2025-12-14T07:56:32.190" v="1824" actId="20577"/>
          <ac:spMkLst>
            <pc:docMk/>
            <pc:sldMk cId="2219673629" sldId="367"/>
            <ac:spMk id="7" creationId="{F9E40B5D-3D2F-A357-3960-1440A33625E9}"/>
          </ac:spMkLst>
        </pc:spChg>
        <pc:grpChg chg="add mod">
          <ac:chgData name="이 유준" userId="61184928-e97b-442d-99aa-83485643fa96" providerId="ADAL" clId="{21B37B80-EAE4-4F87-858E-91B03CF1997C}" dt="2025-12-14T07:54:23.497" v="1787" actId="1076"/>
          <ac:grpSpMkLst>
            <pc:docMk/>
            <pc:sldMk cId="2219673629" sldId="367"/>
            <ac:grpSpMk id="10" creationId="{ED5FB29A-7235-5D73-E970-07CFF2D5D92E}"/>
          </ac:grpSpMkLst>
        </pc:grpChg>
        <pc:picChg chg="add mod">
          <ac:chgData name="이 유준" userId="61184928-e97b-442d-99aa-83485643fa96" providerId="ADAL" clId="{21B37B80-EAE4-4F87-858E-91B03CF1997C}" dt="2025-12-14T07:54:19.949" v="1785" actId="164"/>
          <ac:picMkLst>
            <pc:docMk/>
            <pc:sldMk cId="2219673629" sldId="367"/>
            <ac:picMk id="4" creationId="{939A6D4D-F5A6-1282-7A05-D4228BD3CC2A}"/>
          </ac:picMkLst>
        </pc:picChg>
        <pc:picChg chg="del mod">
          <ac:chgData name="이 유준" userId="61184928-e97b-442d-99aa-83485643fa96" providerId="ADAL" clId="{21B37B80-EAE4-4F87-858E-91B03CF1997C}" dt="2025-12-14T07:53:30.896" v="1728" actId="478"/>
          <ac:picMkLst>
            <pc:docMk/>
            <pc:sldMk cId="2219673629" sldId="367"/>
            <ac:picMk id="5" creationId="{5D541905-7E44-892C-D4B6-FABC7683D6C8}"/>
          </ac:picMkLst>
        </pc:picChg>
        <pc:picChg chg="add mod">
          <ac:chgData name="이 유준" userId="61184928-e97b-442d-99aa-83485643fa96" providerId="ADAL" clId="{21B37B80-EAE4-4F87-858E-91B03CF1997C}" dt="2025-12-14T07:54:30.313" v="1792" actId="1076"/>
          <ac:picMkLst>
            <pc:docMk/>
            <pc:sldMk cId="2219673629" sldId="367"/>
            <ac:picMk id="9" creationId="{7D4D6CE3-6F97-5CB8-F27B-5464F40BDE22}"/>
          </ac:picMkLst>
        </pc:picChg>
      </pc:sldChg>
      <pc:sldChg chg="addSp delSp modSp add del mod">
        <pc:chgData name="이 유준" userId="61184928-e97b-442d-99aa-83485643fa96" providerId="ADAL" clId="{21B37B80-EAE4-4F87-858E-91B03CF1997C}" dt="2025-12-14T10:57:35.904" v="2573" actId="47"/>
        <pc:sldMkLst>
          <pc:docMk/>
          <pc:sldMk cId="2803816" sldId="368"/>
        </pc:sldMkLst>
        <pc:spChg chg="mod">
          <ac:chgData name="이 유준" userId="61184928-e97b-442d-99aa-83485643fa96" providerId="ADAL" clId="{21B37B80-EAE4-4F87-858E-91B03CF1997C}" dt="2025-12-14T08:18:07.661" v="2185" actId="27636"/>
          <ac:spMkLst>
            <pc:docMk/>
            <pc:sldMk cId="2803816" sldId="368"/>
            <ac:spMk id="3" creationId="{1C8D66FB-4930-B061-84FA-A8ED41C6920D}"/>
          </ac:spMkLst>
        </pc:spChg>
        <pc:spChg chg="mod">
          <ac:chgData name="이 유준" userId="61184928-e97b-442d-99aa-83485643fa96" providerId="ADAL" clId="{21B37B80-EAE4-4F87-858E-91B03CF1997C}" dt="2025-12-14T08:08:29.653" v="1928" actId="6549"/>
          <ac:spMkLst>
            <pc:docMk/>
            <pc:sldMk cId="2803816" sldId="368"/>
            <ac:spMk id="7" creationId="{D385BC58-A3AA-3546-27C2-36506D6BEC52}"/>
          </ac:spMkLst>
        </pc:spChg>
        <pc:spChg chg="add del mod">
          <ac:chgData name="이 유준" userId="61184928-e97b-442d-99aa-83485643fa96" providerId="ADAL" clId="{21B37B80-EAE4-4F87-858E-91B03CF1997C}" dt="2025-12-14T08:16:23.787" v="2107" actId="478"/>
          <ac:spMkLst>
            <pc:docMk/>
            <pc:sldMk cId="2803816" sldId="368"/>
            <ac:spMk id="12" creationId="{499F4030-C000-3FF5-EE5A-E01382798411}"/>
          </ac:spMkLst>
        </pc:spChg>
        <pc:grpChg chg="del">
          <ac:chgData name="이 유준" userId="61184928-e97b-442d-99aa-83485643fa96" providerId="ADAL" clId="{21B37B80-EAE4-4F87-858E-91B03CF1997C}" dt="2025-12-14T08:09:05.726" v="1995" actId="478"/>
          <ac:grpSpMkLst>
            <pc:docMk/>
            <pc:sldMk cId="2803816" sldId="368"/>
            <ac:grpSpMk id="10" creationId="{3974E018-1216-B98C-F93C-C214B40C640F}"/>
          </ac:grpSpMkLst>
        </pc:grpChg>
        <pc:picChg chg="add del mod">
          <ac:chgData name="이 유준" userId="61184928-e97b-442d-99aa-83485643fa96" providerId="ADAL" clId="{21B37B80-EAE4-4F87-858E-91B03CF1997C}" dt="2025-12-14T08:14:18.707" v="2004" actId="478"/>
          <ac:picMkLst>
            <pc:docMk/>
            <pc:sldMk cId="2803816" sldId="368"/>
            <ac:picMk id="5" creationId="{F2A9F151-816F-377A-0383-5FE2714A0FCB}"/>
          </ac:picMkLst>
        </pc:picChg>
        <pc:picChg chg="del">
          <ac:chgData name="이 유준" userId="61184928-e97b-442d-99aa-83485643fa96" providerId="ADAL" clId="{21B37B80-EAE4-4F87-858E-91B03CF1997C}" dt="2025-12-14T08:09:13.510" v="2003" actId="478"/>
          <ac:picMkLst>
            <pc:docMk/>
            <pc:sldMk cId="2803816" sldId="368"/>
            <ac:picMk id="9" creationId="{7C63DE3E-4CF9-1EFC-D65E-CAB72567DAE6}"/>
          </ac:picMkLst>
        </pc:picChg>
        <pc:picChg chg="add mod">
          <ac:chgData name="이 유준" userId="61184928-e97b-442d-99aa-83485643fa96" providerId="ADAL" clId="{21B37B80-EAE4-4F87-858E-91B03CF1997C}" dt="2025-12-14T08:16:00.405" v="2104" actId="1076"/>
          <ac:picMkLst>
            <pc:docMk/>
            <pc:sldMk cId="2803816" sldId="368"/>
            <ac:picMk id="11" creationId="{F64D0EC0-55FB-541B-CB9E-5BC40CD094B3}"/>
          </ac:picMkLst>
        </pc:picChg>
      </pc:sldChg>
      <pc:sldChg chg="addSp delSp modSp add mod">
        <pc:chgData name="이 유준" userId="61184928-e97b-442d-99aa-83485643fa96" providerId="ADAL" clId="{21B37B80-EAE4-4F87-858E-91B03CF1997C}" dt="2025-12-14T10:58:18.535" v="2599" actId="1076"/>
        <pc:sldMkLst>
          <pc:docMk/>
          <pc:sldMk cId="2928288298" sldId="368"/>
        </pc:sldMkLst>
        <pc:spChg chg="del mod">
          <ac:chgData name="이 유준" userId="61184928-e97b-442d-99aa-83485643fa96" providerId="ADAL" clId="{21B37B80-EAE4-4F87-858E-91B03CF1997C}" dt="2025-12-14T10:58:11.414" v="2593" actId="478"/>
          <ac:spMkLst>
            <pc:docMk/>
            <pc:sldMk cId="2928288298" sldId="368"/>
            <ac:spMk id="3" creationId="{0BD7BE08-BB66-6194-A60C-32CBB6E536BF}"/>
          </ac:spMkLst>
        </pc:spChg>
        <pc:spChg chg="add del mod">
          <ac:chgData name="이 유준" userId="61184928-e97b-442d-99aa-83485643fa96" providerId="ADAL" clId="{21B37B80-EAE4-4F87-858E-91B03CF1997C}" dt="2025-12-14T10:58:16.879" v="2598" actId="478"/>
          <ac:spMkLst>
            <pc:docMk/>
            <pc:sldMk cId="2928288298" sldId="368"/>
            <ac:spMk id="5" creationId="{C8604FBA-7A03-5F29-B62C-455616FAEFE2}"/>
          </ac:spMkLst>
        </pc:spChg>
        <pc:spChg chg="mod">
          <ac:chgData name="이 유준" userId="61184928-e97b-442d-99aa-83485643fa96" providerId="ADAL" clId="{21B37B80-EAE4-4F87-858E-91B03CF1997C}" dt="2025-12-14T10:58:06.574" v="2588"/>
          <ac:spMkLst>
            <pc:docMk/>
            <pc:sldMk cId="2928288298" sldId="368"/>
            <ac:spMk id="7" creationId="{6175DF12-7FB7-79EB-73CA-8EFF6D9B53A7}"/>
          </ac:spMkLst>
        </pc:spChg>
        <pc:grpChg chg="del">
          <ac:chgData name="이 유준" userId="61184928-e97b-442d-99aa-83485643fa96" providerId="ADAL" clId="{21B37B80-EAE4-4F87-858E-91B03CF1997C}" dt="2025-12-14T10:58:06.932" v="2589" actId="478"/>
          <ac:grpSpMkLst>
            <pc:docMk/>
            <pc:sldMk cId="2928288298" sldId="368"/>
            <ac:grpSpMk id="10" creationId="{B361592F-EE0D-6CCC-C28C-8E9BC40569C5}"/>
          </ac:grpSpMkLst>
        </pc:grpChg>
        <pc:picChg chg="del">
          <ac:chgData name="이 유준" userId="61184928-e97b-442d-99aa-83485643fa96" providerId="ADAL" clId="{21B37B80-EAE4-4F87-858E-91B03CF1997C}" dt="2025-12-14T10:58:07.310" v="2590" actId="478"/>
          <ac:picMkLst>
            <pc:docMk/>
            <pc:sldMk cId="2928288298" sldId="368"/>
            <ac:picMk id="9" creationId="{237B74FA-B82B-C1DA-1AD5-C67AAB7F1588}"/>
          </ac:picMkLst>
        </pc:picChg>
        <pc:picChg chg="add mod">
          <ac:chgData name="이 유준" userId="61184928-e97b-442d-99aa-83485643fa96" providerId="ADAL" clId="{21B37B80-EAE4-4F87-858E-91B03CF1997C}" dt="2025-12-14T10:58:18.535" v="2599" actId="1076"/>
          <ac:picMkLst>
            <pc:docMk/>
            <pc:sldMk cId="2928288298" sldId="368"/>
            <ac:picMk id="11" creationId="{3639FE47-28C6-FCE4-7F11-DE63DBAD3C61}"/>
          </ac:picMkLst>
        </pc:picChg>
      </pc:sldChg>
      <pc:sldChg chg="addSp delSp modSp add del mod">
        <pc:chgData name="이 유준" userId="61184928-e97b-442d-99aa-83485643fa96" providerId="ADAL" clId="{21B37B80-EAE4-4F87-858E-91B03CF1997C}" dt="2025-12-14T10:57:35.904" v="2573" actId="47"/>
        <pc:sldMkLst>
          <pc:docMk/>
          <pc:sldMk cId="2928220128" sldId="369"/>
        </pc:sldMkLst>
        <pc:spChg chg="mod">
          <ac:chgData name="이 유준" userId="61184928-e97b-442d-99aa-83485643fa96" providerId="ADAL" clId="{21B37B80-EAE4-4F87-858E-91B03CF1997C}" dt="2025-12-14T08:20:30.156" v="2299" actId="5793"/>
          <ac:spMkLst>
            <pc:docMk/>
            <pc:sldMk cId="2928220128" sldId="369"/>
            <ac:spMk id="3" creationId="{FCFEA143-CEFC-3026-B687-6CCD9B8511E9}"/>
          </ac:spMkLst>
        </pc:spChg>
        <pc:spChg chg="mod">
          <ac:chgData name="이 유준" userId="61184928-e97b-442d-99aa-83485643fa96" providerId="ADAL" clId="{21B37B80-EAE4-4F87-858E-91B03CF1997C}" dt="2025-12-14T08:19:43.582" v="2231"/>
          <ac:spMkLst>
            <pc:docMk/>
            <pc:sldMk cId="2928220128" sldId="369"/>
            <ac:spMk id="7" creationId="{A4C54B8C-F6CA-30C4-90E8-04FFC02797F8}"/>
          </ac:spMkLst>
        </pc:spChg>
        <pc:picChg chg="add mod">
          <ac:chgData name="이 유준" userId="61184928-e97b-442d-99aa-83485643fa96" providerId="ADAL" clId="{21B37B80-EAE4-4F87-858E-91B03CF1997C}" dt="2025-12-14T08:20:55.063" v="2309" actId="1076"/>
          <ac:picMkLst>
            <pc:docMk/>
            <pc:sldMk cId="2928220128" sldId="369"/>
            <ac:picMk id="4" creationId="{B2E2DA6C-665B-0236-53BF-749982FC3DBC}"/>
          </ac:picMkLst>
        </pc:picChg>
        <pc:picChg chg="del mod">
          <ac:chgData name="이 유준" userId="61184928-e97b-442d-99aa-83485643fa96" providerId="ADAL" clId="{21B37B80-EAE4-4F87-858E-91B03CF1997C}" dt="2025-12-14T08:20:31.132" v="2300" actId="478"/>
          <ac:picMkLst>
            <pc:docMk/>
            <pc:sldMk cId="2928220128" sldId="369"/>
            <ac:picMk id="11" creationId="{4237D768-2EC5-F98B-1F4E-A263139A0236}"/>
          </ac:picMkLst>
        </pc:picChg>
      </pc:sldChg>
      <pc:sldChg chg="delSp modSp add del mod">
        <pc:chgData name="이 유준" userId="61184928-e97b-442d-99aa-83485643fa96" providerId="ADAL" clId="{21B37B80-EAE4-4F87-858E-91B03CF1997C}" dt="2025-12-14T10:57:35.904" v="2573" actId="47"/>
        <pc:sldMkLst>
          <pc:docMk/>
          <pc:sldMk cId="3694063299" sldId="370"/>
        </pc:sldMkLst>
        <pc:spChg chg="mod">
          <ac:chgData name="이 유준" userId="61184928-e97b-442d-99aa-83485643fa96" providerId="ADAL" clId="{21B37B80-EAE4-4F87-858E-91B03CF1997C}" dt="2025-12-14T08:22:19.244" v="2565"/>
          <ac:spMkLst>
            <pc:docMk/>
            <pc:sldMk cId="3694063299" sldId="370"/>
            <ac:spMk id="3" creationId="{80CFD076-7EDB-D9B9-DC04-C81B2F736C68}"/>
          </ac:spMkLst>
        </pc:spChg>
        <pc:spChg chg="mod">
          <ac:chgData name="이 유준" userId="61184928-e97b-442d-99aa-83485643fa96" providerId="ADAL" clId="{21B37B80-EAE4-4F87-858E-91B03CF1997C}" dt="2025-12-14T08:21:28.893" v="2367"/>
          <ac:spMkLst>
            <pc:docMk/>
            <pc:sldMk cId="3694063299" sldId="370"/>
            <ac:spMk id="7" creationId="{25ABFA46-132C-CE81-E175-066CFCC0F543}"/>
          </ac:spMkLst>
        </pc:spChg>
        <pc:picChg chg="del">
          <ac:chgData name="이 유준" userId="61184928-e97b-442d-99aa-83485643fa96" providerId="ADAL" clId="{21B37B80-EAE4-4F87-858E-91B03CF1997C}" dt="2025-12-14T08:21:53.212" v="2414" actId="478"/>
          <ac:picMkLst>
            <pc:docMk/>
            <pc:sldMk cId="3694063299" sldId="370"/>
            <ac:picMk id="4" creationId="{1B438FC4-97B0-FB2D-EA66-883DC34501BF}"/>
          </ac:picMkLst>
        </pc:picChg>
      </pc:sldChg>
    </pc:docChg>
  </pc:docChgLst>
  <pc:docChgLst>
    <pc:chgData name="이 유준" userId="61184928-e97b-442d-99aa-83485643fa96" providerId="ADAL" clId="{F4BBBE47-EE53-5EE1-BBAE-36D32E787C29}"/>
    <pc:docChg chg="delSld modSld">
      <pc:chgData name="이 유준" userId="61184928-e97b-442d-99aa-83485643fa96" providerId="ADAL" clId="{F4BBBE47-EE53-5EE1-BBAE-36D32E787C29}" dt="2025-12-14T11:05:38.187" v="11" actId="20577"/>
      <pc:docMkLst>
        <pc:docMk/>
      </pc:docMkLst>
      <pc:sldChg chg="modSp mod">
        <pc:chgData name="이 유준" userId="61184928-e97b-442d-99aa-83485643fa96" providerId="ADAL" clId="{F4BBBE47-EE53-5EE1-BBAE-36D32E787C29}" dt="2025-12-14T11:05:38.187" v="11" actId="20577"/>
        <pc:sldMkLst>
          <pc:docMk/>
          <pc:sldMk cId="1416060887" sldId="316"/>
        </pc:sldMkLst>
        <pc:spChg chg="mod">
          <ac:chgData name="이 유준" userId="61184928-e97b-442d-99aa-83485643fa96" providerId="ADAL" clId="{F4BBBE47-EE53-5EE1-BBAE-36D32E787C29}" dt="2025-12-14T11:05:38.187" v="11" actId="20577"/>
          <ac:spMkLst>
            <pc:docMk/>
            <pc:sldMk cId="1416060887" sldId="316"/>
            <ac:spMk id="3" creationId="{383C38BD-6602-4EC4-A99D-FC94ECF4124C}"/>
          </ac:spMkLst>
        </pc:spChg>
      </pc:sldChg>
      <pc:sldChg chg="del">
        <pc:chgData name="이 유준" userId="61184928-e97b-442d-99aa-83485643fa96" providerId="ADAL" clId="{F4BBBE47-EE53-5EE1-BBAE-36D32E787C29}" dt="2025-12-14T09:59:38.942" v="0" actId="2696"/>
        <pc:sldMkLst>
          <pc:docMk/>
          <pc:sldMk cId="4283308264" sldId="348"/>
        </pc:sldMkLst>
      </pc:sldChg>
      <pc:sldChg chg="del">
        <pc:chgData name="이 유준" userId="61184928-e97b-442d-99aa-83485643fa96" providerId="ADAL" clId="{F4BBBE47-EE53-5EE1-BBAE-36D32E787C29}" dt="2025-12-14T09:59:40.973" v="4" actId="2696"/>
        <pc:sldMkLst>
          <pc:docMk/>
          <pc:sldMk cId="2530749493" sldId="351"/>
        </pc:sldMkLst>
      </pc:sldChg>
      <pc:sldChg chg="del">
        <pc:chgData name="이 유준" userId="61184928-e97b-442d-99aa-83485643fa96" providerId="ADAL" clId="{F4BBBE47-EE53-5EE1-BBAE-36D32E787C29}" dt="2025-12-14T09:59:39.756" v="1" actId="2696"/>
        <pc:sldMkLst>
          <pc:docMk/>
          <pc:sldMk cId="1888997757" sldId="352"/>
        </pc:sldMkLst>
      </pc:sldChg>
      <pc:sldChg chg="del">
        <pc:chgData name="이 유준" userId="61184928-e97b-442d-99aa-83485643fa96" providerId="ADAL" clId="{F4BBBE47-EE53-5EE1-BBAE-36D32E787C29}" dt="2025-12-14T09:59:40.249" v="2" actId="2696"/>
        <pc:sldMkLst>
          <pc:docMk/>
          <pc:sldMk cId="1826962200" sldId="355"/>
        </pc:sldMkLst>
      </pc:sldChg>
      <pc:sldChg chg="del">
        <pc:chgData name="이 유준" userId="61184928-e97b-442d-99aa-83485643fa96" providerId="ADAL" clId="{F4BBBE47-EE53-5EE1-BBAE-36D32E787C29}" dt="2025-12-14T09:59:46.031" v="7" actId="2696"/>
        <pc:sldMkLst>
          <pc:docMk/>
          <pc:sldMk cId="4082847932" sldId="356"/>
        </pc:sldMkLst>
      </pc:sldChg>
      <pc:sldChg chg="del">
        <pc:chgData name="이 유준" userId="61184928-e97b-442d-99aa-83485643fa96" providerId="ADAL" clId="{F4BBBE47-EE53-5EE1-BBAE-36D32E787C29}" dt="2025-12-14T09:59:40.607" v="3" actId="2696"/>
        <pc:sldMkLst>
          <pc:docMk/>
          <pc:sldMk cId="2872016792" sldId="357"/>
        </pc:sldMkLst>
      </pc:sldChg>
      <pc:sldChg chg="del">
        <pc:chgData name="이 유준" userId="61184928-e97b-442d-99aa-83485643fa96" providerId="ADAL" clId="{F4BBBE47-EE53-5EE1-BBAE-36D32E787C29}" dt="2025-12-14T09:59:45.215" v="6" actId="2696"/>
        <pc:sldMkLst>
          <pc:docMk/>
          <pc:sldMk cId="3024849071" sldId="358"/>
        </pc:sldMkLst>
      </pc:sldChg>
      <pc:sldChg chg="del">
        <pc:chgData name="이 유준" userId="61184928-e97b-442d-99aa-83485643fa96" providerId="ADAL" clId="{F4BBBE47-EE53-5EE1-BBAE-36D32E787C29}" dt="2025-12-14T09:59:43.593" v="5" actId="2696"/>
        <pc:sldMkLst>
          <pc:docMk/>
          <pc:sldMk cId="2148400743" sldId="359"/>
        </pc:sldMkLst>
      </pc:sldChg>
      <pc:sldChg chg="del">
        <pc:chgData name="이 유준" userId="61184928-e97b-442d-99aa-83485643fa96" providerId="ADAL" clId="{F4BBBE47-EE53-5EE1-BBAE-36D32E787C29}" dt="2025-12-14T10:06:47.147" v="8" actId="2696"/>
        <pc:sldMkLst>
          <pc:docMk/>
          <pc:sldMk cId="1612113108" sldId="362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6F6C2B-BA23-4B6F-A16C-E83E1A24F26C}" type="datetimeFigureOut">
              <a:rPr lang="ko-KR" altLang="en-US" smtClean="0"/>
              <a:t>2025-12-14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709C8C-1C0B-460F-A188-A3D13441D7A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41453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709C8C-1C0B-460F-A188-A3D13441D7A7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77661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709C8C-1C0B-460F-A188-A3D13441D7A7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689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709C8C-1C0B-460F-A188-A3D13441D7A7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49859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ko-KR" altLang="en-US"/>
              <a:t>클릭하여 마스터 부제목 스타일 편집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C14F1D-BB12-4672-BB3C-1516046A1FA4}" type="datetimeFigureOut">
              <a:rPr lang="ko-KR" altLang="en-US" smtClean="0"/>
              <a:t>2025-12-14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4CA7E7-31D2-4AE6-A432-9AD10A095A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53515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FFC000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rgbClr val="92D050"/>
                </a:solidFill>
              </a:defRPr>
            </a:lvl1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C14F1D-BB12-4672-BB3C-1516046A1FA4}" type="datetimeFigureOut">
              <a:rPr lang="ko-KR" altLang="en-US" smtClean="0"/>
              <a:t>2025-12-14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4CA7E7-31D2-4AE6-A432-9AD10A095A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92374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C14F1D-BB12-4672-BB3C-1516046A1FA4}" type="datetimeFigureOut">
              <a:rPr lang="ko-KR" altLang="en-US" smtClean="0"/>
              <a:t>2025-12-14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4CA7E7-31D2-4AE6-A432-9AD10A095A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61494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C14F1D-BB12-4672-BB3C-1516046A1FA4}" type="datetimeFigureOut">
              <a:rPr lang="ko-KR" altLang="en-US" smtClean="0"/>
              <a:t>2025-12-14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4CA7E7-31D2-4AE6-A432-9AD10A095A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01947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C14F1D-BB12-4672-BB3C-1516046A1FA4}" type="datetimeFigureOut">
              <a:rPr lang="ko-KR" altLang="en-US" smtClean="0"/>
              <a:t>2025-12-14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4CA7E7-31D2-4AE6-A432-9AD10A095A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12556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C14F1D-BB12-4672-BB3C-1516046A1FA4}" type="datetimeFigureOut">
              <a:rPr lang="ko-KR" altLang="en-US" smtClean="0"/>
              <a:t>2025-12-14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4CA7E7-31D2-4AE6-A432-9AD10A095A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90312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C14F1D-BB12-4672-BB3C-1516046A1FA4}" type="datetimeFigureOut">
              <a:rPr lang="ko-KR" altLang="en-US" smtClean="0"/>
              <a:t>2025-12-14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4CA7E7-31D2-4AE6-A432-9AD10A095A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11301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C14F1D-BB12-4672-BB3C-1516046A1FA4}" type="datetimeFigureOut">
              <a:rPr lang="ko-KR" altLang="en-US" smtClean="0"/>
              <a:t>2025-12-14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4CA7E7-31D2-4AE6-A432-9AD10A095A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77362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C14F1D-BB12-4672-BB3C-1516046A1FA4}" type="datetimeFigureOut">
              <a:rPr lang="ko-KR" altLang="en-US" smtClean="0"/>
              <a:t>2025-12-14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4CA7E7-31D2-4AE6-A432-9AD10A095A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31992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C14F1D-BB12-4672-BB3C-1516046A1FA4}" type="datetimeFigureOut">
              <a:rPr lang="ko-KR" altLang="en-US" smtClean="0"/>
              <a:t>2025-12-14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4CA7E7-31D2-4AE6-A432-9AD10A095A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92793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C14F1D-BB12-4672-BB3C-1516046A1FA4}" type="datetimeFigureOut">
              <a:rPr lang="ko-KR" altLang="en-US" smtClean="0"/>
              <a:t>2025-12-14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4CA7E7-31D2-4AE6-A432-9AD10A095A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86503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6926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207168"/>
            <a:ext cx="7886700" cy="34255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C14F1D-BB12-4672-BB3C-1516046A1FA4}" type="datetimeFigureOut">
              <a:rPr lang="ko-KR" altLang="en-US" smtClean="0"/>
              <a:t>2025-12-14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4CA7E7-31D2-4AE6-A432-9AD10A095A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075160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eaLnBrk="1" latinLnBrk="1" hangingPunct="1">
        <a:lnSpc>
          <a:spcPct val="90000"/>
        </a:lnSpc>
        <a:spcBef>
          <a:spcPct val="0"/>
        </a:spcBef>
        <a:buNone/>
        <a:defRPr sz="3300" b="0" i="0" u="none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b="0" i="0" u="none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3.png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sv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1.png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6" Type="http://schemas.openxmlformats.org/officeDocument/2006/relationships/image" Target="../media/image3.png"/><Relationship Id="rId5" Type="http://schemas.openxmlformats.org/officeDocument/2006/relationships/hyperlink" Target="https://www.youtube.com/c/SoftwareToolTime" TargetMode="External"/><Relationship Id="rId4" Type="http://schemas.openxmlformats.org/officeDocument/2006/relationships/notesSlide" Target="../notesSlides/notesSlide3.xml"/><Relationship Id="rId9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2524769" y="1802313"/>
            <a:ext cx="5630359" cy="769441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>
            <a:spAutoFit/>
          </a:bodyPr>
          <a:lstStyle/>
          <a:p>
            <a:r>
              <a:rPr lang="en-US" altLang="ko-KR" sz="4400">
                <a:solidFill>
                  <a:schemeClr val="accent4">
                    <a:lumMod val="40000"/>
                    <a:lumOff val="60000"/>
                  </a:schemeClr>
                </a:solidFill>
                <a:latin typeface="AR HERMANN" panose="02000000000000000000" pitchFamily="2" charset="0"/>
              </a:rPr>
              <a:t>S</a:t>
            </a:r>
            <a:r>
              <a:rPr lang="en-US" altLang="ko-KR" sz="4400">
                <a:latin typeface="AR HERMANN" panose="02000000000000000000" pitchFamily="2" charset="0"/>
              </a:rPr>
              <a:t>oft</a:t>
            </a:r>
            <a:r>
              <a:rPr lang="en-US" altLang="ko-KR" sz="4400">
                <a:solidFill>
                  <a:schemeClr val="accent5">
                    <a:lumMod val="60000"/>
                    <a:lumOff val="40000"/>
                  </a:schemeClr>
                </a:solidFill>
                <a:latin typeface="AR HERMANN" panose="02000000000000000000" pitchFamily="2" charset="0"/>
              </a:rPr>
              <a:t>w</a:t>
            </a:r>
            <a:r>
              <a:rPr lang="en-US" altLang="ko-KR" sz="4400">
                <a:latin typeface="AR HERMANN" panose="02000000000000000000" pitchFamily="2" charset="0"/>
              </a:rPr>
              <a:t>a</a:t>
            </a:r>
            <a:r>
              <a:rPr lang="en-US" altLang="ko-KR" sz="4400">
                <a:solidFill>
                  <a:schemeClr val="accent6">
                    <a:lumMod val="60000"/>
                    <a:lumOff val="40000"/>
                  </a:schemeClr>
                </a:solidFill>
                <a:latin typeface="AR HERMANN" panose="02000000000000000000" pitchFamily="2" charset="0"/>
              </a:rPr>
              <a:t>r</a:t>
            </a:r>
            <a:r>
              <a:rPr lang="en-US" altLang="ko-KR" sz="4400">
                <a:latin typeface="AR HERMANN" panose="02000000000000000000" pitchFamily="2" charset="0"/>
              </a:rPr>
              <a:t>e </a:t>
            </a:r>
            <a:r>
              <a:rPr lang="en-US" altLang="ko-KR" sz="4400">
                <a:solidFill>
                  <a:schemeClr val="accent6">
                    <a:lumMod val="40000"/>
                    <a:lumOff val="60000"/>
                  </a:schemeClr>
                </a:solidFill>
                <a:latin typeface="AR HERMANN" panose="02000000000000000000" pitchFamily="2" charset="0"/>
              </a:rPr>
              <a:t>T</a:t>
            </a:r>
            <a:r>
              <a:rPr lang="en-US" altLang="ko-KR" sz="4400">
                <a:latin typeface="AR HERMANN" panose="02000000000000000000" pitchFamily="2" charset="0"/>
              </a:rPr>
              <a:t>oo</a:t>
            </a:r>
            <a:r>
              <a:rPr lang="en-US" altLang="ko-KR" sz="4400">
                <a:solidFill>
                  <a:schemeClr val="accent2">
                    <a:lumMod val="60000"/>
                    <a:lumOff val="40000"/>
                  </a:schemeClr>
                </a:solidFill>
                <a:latin typeface="AR HERMANN" panose="02000000000000000000" pitchFamily="2" charset="0"/>
              </a:rPr>
              <a:t>l</a:t>
            </a:r>
            <a:r>
              <a:rPr lang="en-US" altLang="ko-KR" sz="4400">
                <a:latin typeface="AR HERMANN" panose="02000000000000000000" pitchFamily="2" charset="0"/>
              </a:rPr>
              <a:t> </a:t>
            </a:r>
            <a:r>
              <a:rPr lang="en-US" altLang="ko-KR" sz="4400">
                <a:solidFill>
                  <a:schemeClr val="accent4">
                    <a:lumMod val="40000"/>
                    <a:lumOff val="60000"/>
                  </a:schemeClr>
                </a:solidFill>
                <a:latin typeface="AR HERMANN" panose="02000000000000000000" pitchFamily="2" charset="0"/>
              </a:rPr>
              <a:t>T</a:t>
            </a:r>
            <a:r>
              <a:rPr lang="en-US" altLang="ko-KR" sz="4400">
                <a:latin typeface="AR HERMANN" panose="02000000000000000000" pitchFamily="2" charset="0"/>
              </a:rPr>
              <a:t>ime</a:t>
            </a:r>
            <a:endParaRPr lang="ko-KR" altLang="en-US" sz="4400">
              <a:latin typeface="AR HERMANN" panose="02000000000000000000" pitchFamily="2" charset="0"/>
            </a:endParaRPr>
          </a:p>
        </p:txBody>
      </p:sp>
      <p:pic>
        <p:nvPicPr>
          <p:cNvPr id="12" name="그래픽 11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88880" y="1780171"/>
            <a:ext cx="1224267" cy="1247586"/>
          </a:xfrm>
          <a:prstGeom prst="rect">
            <a:avLst/>
          </a:prstGeom>
          <a:effectLst>
            <a:reflection blurRad="6350" stA="50000" endA="300" endPos="55500" dist="50800" dir="5400000" sy="-100000" algn="bl" rotWithShape="0"/>
          </a:effectLst>
        </p:spPr>
      </p:pic>
      <p:pic>
        <p:nvPicPr>
          <p:cNvPr id="1026" name="Picture 2" descr="Creative Commons">
            <a:extLst>
              <a:ext uri="{FF2B5EF4-FFF2-40B4-BE49-F238E27FC236}">
                <a16:creationId xmlns:a16="http://schemas.microsoft.com/office/drawing/2014/main" id="{2DCAC4BA-2943-451C-A1DB-EBE3FE34B4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6899" y="2683390"/>
            <a:ext cx="1287379" cy="3153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African Drums (Sting) - Twin Musicom_6sec">
            <a:hlinkClick r:id="" action="ppaction://media"/>
            <a:extLst>
              <a:ext uri="{FF2B5EF4-FFF2-40B4-BE49-F238E27FC236}">
                <a16:creationId xmlns:a16="http://schemas.microsoft.com/office/drawing/2014/main" id="{2531412B-F6C5-4F12-9A19-53BF3016D2F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4224338" y="5532524"/>
            <a:ext cx="347662" cy="347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9809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055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17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7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26" presetClass="entr" presetSubtype="0" fill="hold" grpId="1" nodeType="withEffect">
                                  <p:stCondLst>
                                    <p:cond delay="1500"/>
                                  </p:stCondLst>
                                  <p:iterate type="lt">
                                    <p:tmPct val="2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725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2278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830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830" tmFilter="0, 0; 0.125,0.2665; 0.25,0.4; 0.375,0.465; 0.5,0.5;  0.625,0.535; 0.75,0.6; 0.875,0.7335; 1,1">
                                          <p:stCondLst>
                                            <p:cond delay="83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415" tmFilter="0, 0; 0.125,0.2665; 0.25,0.4; 0.375,0.465; 0.5,0.5;  0.625,0.535; 0.75,0.6; 0.875,0.7335; 1,1">
                                          <p:stCondLst>
                                            <p:cond delay="1655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205" tmFilter="0, 0; 0.125,0.2665; 0.25,0.4; 0.375,0.465; 0.5,0.5;  0.625,0.535; 0.75,0.6; 0.875,0.7335; 1,1">
                                          <p:stCondLst>
                                            <p:cond delay="207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0" dur="33">
                                          <p:stCondLst>
                                            <p:cond delay="813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1" dur="208" decel="50000">
                                          <p:stCondLst>
                                            <p:cond delay="845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" dur="33">
                                          <p:stCondLst>
                                            <p:cond delay="164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3" dur="208" decel="50000">
                                          <p:stCondLst>
                                            <p:cond delay="1673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" dur="33">
                                          <p:stCondLst>
                                            <p:cond delay="2053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5" dur="208" decel="50000">
                                          <p:stCondLst>
                                            <p:cond delay="2085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6" dur="33">
                                          <p:stCondLst>
                                            <p:cond delay="226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7" dur="208" decel="50000">
                                          <p:stCondLst>
                                            <p:cond delay="2293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48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7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2" presetClass="emph" presetSubtype="0" fill="hold" grpId="0" nodeType="withEffect">
                                  <p:stCondLst>
                                    <p:cond delay="6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Rot by="120000">
                                      <p:cBhvr>
                                        <p:cTn id="32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3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34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5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6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3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  <p:bldLst>
      <p:bldP spid="9" grpId="0"/>
      <p:bldP spid="9" grpId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9CCDFD-EBD7-4FD7-8F4F-A276841D28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839" y="299037"/>
            <a:ext cx="7101784" cy="799582"/>
          </a:xfrm>
        </p:spPr>
        <p:txBody>
          <a:bodyPr>
            <a:noAutofit/>
          </a:bodyPr>
          <a:lstStyle/>
          <a:p>
            <a:r>
              <a:rPr lang="en-US" altLang="ko-KR" sz="2800" b="1">
                <a:solidFill>
                  <a:srgbClr val="00B0F0"/>
                </a:solidFill>
                <a:latin typeface="+mn-lt"/>
                <a:ea typeface="+mn-ea"/>
              </a:rPr>
              <a:t>JIRA</a:t>
            </a:r>
            <a:r>
              <a:rPr lang="ko-KR" altLang="en-US" sz="2800" b="1">
                <a:solidFill>
                  <a:srgbClr val="00B0F0"/>
                </a:solidFill>
                <a:latin typeface="+mn-lt"/>
                <a:ea typeface="+mn-ea"/>
              </a:rPr>
              <a:t>로 프로젝트 효율적으로 관리하기 </a:t>
            </a:r>
            <a:r>
              <a:rPr lang="en-US" altLang="ko-KR" sz="2800" b="1">
                <a:solidFill>
                  <a:srgbClr val="00B0F0"/>
                </a:solidFill>
                <a:latin typeface="+mn-lt"/>
                <a:ea typeface="+mn-ea"/>
              </a:rPr>
              <a:t>2</a:t>
            </a:r>
            <a:endParaRPr lang="ko-KR" altLang="en-US" sz="2800" b="1">
              <a:solidFill>
                <a:srgbClr val="00B0F0"/>
              </a:solidFill>
              <a:latin typeface="+mn-lt"/>
              <a:ea typeface="+mn-ea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83C38BD-6602-4EC4-A99D-FC94ECF412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4839" y="1159017"/>
            <a:ext cx="7302524" cy="3543612"/>
          </a:xfrm>
        </p:spPr>
        <p:txBody>
          <a:bodyPr>
            <a:normAutofit/>
          </a:bodyPr>
          <a:lstStyle/>
          <a:p>
            <a:r>
              <a:rPr lang="ko-KR" altLang="en-US" sz="2000"/>
              <a:t>강사</a:t>
            </a:r>
            <a:endParaRPr lang="en-US" altLang="ko-KR" sz="2000"/>
          </a:p>
          <a:p>
            <a:pPr lvl="1"/>
            <a:r>
              <a:rPr lang="ko-KR" altLang="en-US" sz="1600"/>
              <a:t>아주대학교 소프트웨어학과 </a:t>
            </a:r>
            <a:r>
              <a:rPr lang="ko-KR" altLang="en-US" sz="1600" err="1"/>
              <a:t>이유준</a:t>
            </a:r>
            <a:br>
              <a:rPr lang="en-US" altLang="ko-KR" sz="1600"/>
            </a:br>
            <a:endParaRPr lang="en-US" altLang="ko-KR" sz="1600"/>
          </a:p>
          <a:p>
            <a:r>
              <a:rPr lang="ko-KR" altLang="en-US" sz="2000"/>
              <a:t>목표</a:t>
            </a:r>
            <a:endParaRPr lang="en-US" altLang="ko-KR" sz="1300"/>
          </a:p>
          <a:p>
            <a:pPr lvl="1"/>
            <a:r>
              <a:rPr lang="en-US" altLang="ko-KR" sz="1600"/>
              <a:t>Gantt</a:t>
            </a:r>
            <a:r>
              <a:rPr lang="ko-KR" altLang="en-US" sz="1600"/>
              <a:t>차트에서 </a:t>
            </a:r>
            <a:r>
              <a:rPr lang="ko-KR" altLang="en-US" sz="1600" err="1"/>
              <a:t>에픽</a:t>
            </a:r>
            <a:r>
              <a:rPr lang="ko-KR" altLang="en-US" sz="1600"/>
              <a:t> 추가하고 하위 작업 관리하기</a:t>
            </a:r>
            <a:endParaRPr lang="en-US" altLang="ko-KR" sz="1600"/>
          </a:p>
          <a:p>
            <a:pPr lvl="1"/>
            <a:r>
              <a:rPr lang="ko-KR" altLang="en-US" sz="1600"/>
              <a:t>종속성 추가해 워크플로우 구성하기</a:t>
            </a:r>
            <a:br>
              <a:rPr lang="en-US" altLang="ko-KR" sz="1600"/>
            </a:br>
            <a:endParaRPr lang="en-US" altLang="ko-KR" sz="1600"/>
          </a:p>
          <a:p>
            <a:r>
              <a:rPr lang="ko-KR" altLang="en-US" sz="2000"/>
              <a:t>사전 준비</a:t>
            </a:r>
            <a:endParaRPr lang="en-US" altLang="ko-KR" sz="2000"/>
          </a:p>
          <a:p>
            <a:pPr lvl="1"/>
            <a:r>
              <a:rPr lang="en-US" altLang="ko-KR" sz="1700"/>
              <a:t>Atlassian</a:t>
            </a:r>
            <a:r>
              <a:rPr lang="ko-KR" altLang="en-US" sz="1700"/>
              <a:t> 계정</a:t>
            </a:r>
            <a:endParaRPr lang="en-US" altLang="ko-KR" sz="1700"/>
          </a:p>
          <a:p>
            <a:pPr lvl="1"/>
            <a:r>
              <a:rPr lang="ko-KR" altLang="en-US" sz="1700"/>
              <a:t>네트워크 접속이 가능한 디바이스</a:t>
            </a:r>
            <a:endParaRPr lang="en-US" altLang="ko-KR" sz="1200">
              <a:solidFill>
                <a:srgbClr val="FFC000"/>
              </a:solidFill>
            </a:endParaRPr>
          </a:p>
          <a:p>
            <a:pPr marL="0" indent="0">
              <a:buNone/>
            </a:pPr>
            <a:endParaRPr lang="en-US" altLang="ko-KR" sz="1200">
              <a:solidFill>
                <a:srgbClr val="FFC000"/>
              </a:solidFill>
            </a:endParaRPr>
          </a:p>
          <a:p>
            <a:pPr marL="0" indent="0">
              <a:buNone/>
            </a:pPr>
            <a:endParaRPr lang="en-US" altLang="ko-KR" sz="1200">
              <a:solidFill>
                <a:srgbClr val="FFC000"/>
              </a:solidFill>
            </a:endParaRPr>
          </a:p>
          <a:p>
            <a:pPr marL="0" indent="0">
              <a:buNone/>
            </a:pPr>
            <a:endParaRPr lang="en-US" altLang="ko-KR" sz="120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60608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3E81F8-2AE7-549E-7C8E-9929EBA914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8EEB2D-268E-B77A-2955-2377CCAE2D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err="1">
                <a:ea typeface="+mn-ea"/>
              </a:rPr>
              <a:t>에픽</a:t>
            </a:r>
            <a:endParaRPr lang="ko-KR" altLang="en-US">
              <a:ea typeface="+mn-ea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842372C-2328-2AF4-ED3F-1434544ABE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/>
              <a:t>여러 개의 작은 스토리</a:t>
            </a:r>
            <a:r>
              <a:rPr lang="en-US" altLang="ko-KR"/>
              <a:t>(</a:t>
            </a:r>
            <a:r>
              <a:rPr lang="ko-KR" altLang="en-US"/>
              <a:t>이슈</a:t>
            </a:r>
            <a:r>
              <a:rPr lang="en-US" altLang="ko-KR"/>
              <a:t>)</a:t>
            </a:r>
            <a:r>
              <a:rPr lang="ko-KR" altLang="en-US"/>
              <a:t>로 나뉠 수 있는 대규모 작업</a:t>
            </a:r>
          </a:p>
          <a:p>
            <a:pPr lvl="1"/>
            <a:endParaRPr lang="en-US" altLang="ko-KR"/>
          </a:p>
          <a:p>
            <a:pPr lvl="1"/>
            <a:r>
              <a:rPr lang="ko-KR" altLang="en-US"/>
              <a:t>거의 스프린트의 집합을 통해 제공됨</a:t>
            </a:r>
            <a:endParaRPr lang="en-US" altLang="ko-KR"/>
          </a:p>
          <a:p>
            <a:pPr lvl="1"/>
            <a:endParaRPr lang="en-US" altLang="ko-KR"/>
          </a:p>
          <a:p>
            <a:pPr lvl="1"/>
            <a:r>
              <a:rPr lang="ko-KR" altLang="en-US"/>
              <a:t>개발 및 피드백을 통해 더 많은 정보를 </a:t>
            </a:r>
            <a:r>
              <a:rPr lang="ko-KR" altLang="en-US" err="1"/>
              <a:t>알게되면</a:t>
            </a:r>
            <a:r>
              <a:rPr lang="ko-KR" altLang="en-US"/>
              <a:t> 스토리를 추가 </a:t>
            </a:r>
            <a:r>
              <a:rPr lang="en-US" altLang="ko-KR"/>
              <a:t>or </a:t>
            </a:r>
            <a:r>
              <a:rPr lang="ko-KR" altLang="en-US"/>
              <a:t>제거</a:t>
            </a: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0514331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D500FC-8CE6-9C37-C759-427B1D0F28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348B11E-7C0B-94B3-5652-5C487A5087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err="1">
                <a:ea typeface="+mn-ea"/>
              </a:rPr>
              <a:t>에픽</a:t>
            </a:r>
            <a:endParaRPr lang="ko-KR" altLang="en-US">
              <a:ea typeface="+mn-ea"/>
            </a:endParaRPr>
          </a:p>
        </p:txBody>
      </p:sp>
      <p:pic>
        <p:nvPicPr>
          <p:cNvPr id="7" name="그림 6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6E1B0EC-CD43-0A02-664A-CFE656042E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1285" y="1038354"/>
            <a:ext cx="5401429" cy="3400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00852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82C01A-B52E-AF08-011C-6C00FB2163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7598D1F-415A-DF7A-4AE7-335FF7AA86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>
                <a:ea typeface="+mn-ea"/>
              </a:rPr>
              <a:t>Gantt Chart</a:t>
            </a:r>
            <a:endParaRPr lang="ko-KR" altLang="en-US">
              <a:ea typeface="+mn-ea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8EC51AC-DB36-1226-D618-87B4274F5A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/>
              <a:t>프로젝트 작업 및 활동 계획 </a:t>
            </a:r>
            <a:r>
              <a:rPr lang="en-US" altLang="ko-KR"/>
              <a:t>/ </a:t>
            </a:r>
            <a:r>
              <a:rPr lang="ko-KR" altLang="en-US"/>
              <a:t>진행률 추적용 애자일 도구</a:t>
            </a:r>
          </a:p>
          <a:p>
            <a:pPr lvl="1"/>
            <a:r>
              <a:rPr lang="ko-KR" altLang="en-US"/>
              <a:t>시각적 타임라인의 역할</a:t>
            </a:r>
            <a:endParaRPr lang="en-US" altLang="ko-KR"/>
          </a:p>
          <a:p>
            <a:pPr lvl="1"/>
            <a:endParaRPr lang="en-US" altLang="ko-KR"/>
          </a:p>
          <a:p>
            <a:pPr lvl="1"/>
            <a:r>
              <a:rPr lang="ko-KR" altLang="en-US"/>
              <a:t>시작 날짜 및 종료 날짜</a:t>
            </a:r>
            <a:r>
              <a:rPr lang="en-US" altLang="ko-KR"/>
              <a:t>, </a:t>
            </a:r>
            <a:r>
              <a:rPr lang="ko-KR" altLang="en-US"/>
              <a:t>마일스톤</a:t>
            </a:r>
            <a:r>
              <a:rPr lang="en-US" altLang="ko-KR"/>
              <a:t>, </a:t>
            </a:r>
            <a:r>
              <a:rPr lang="ko-KR" altLang="en-US"/>
              <a:t>작업 간의 종속성 및 담당자 표시</a:t>
            </a: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4418536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676870-2D4C-FD5B-3B80-59DCAC7C58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0CB0F0A-90C1-207D-4117-FC06892BF6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>
                <a:ea typeface="+mn-ea"/>
              </a:rPr>
              <a:t>Gantt Chart</a:t>
            </a:r>
            <a:endParaRPr lang="ko-KR" altLang="en-US">
              <a:ea typeface="+mn-ea"/>
            </a:endParaRPr>
          </a:p>
        </p:txBody>
      </p:sp>
      <p:pic>
        <p:nvPicPr>
          <p:cNvPr id="7" name="그림 6" descr="텍스트, 소프트웨어, 컴퓨터 아이콘, 웹 페이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610C90A-6A4E-AB63-8C26-526B321B92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9578" y="966537"/>
            <a:ext cx="6164844" cy="3829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36642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5AF010-28D1-192D-99AE-521C3470A4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8081BF7-DF5C-34E6-812F-175AD6577A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>
                <a:ea typeface="+mn-ea"/>
              </a:rPr>
              <a:t>Gantt Chart</a:t>
            </a:r>
            <a:endParaRPr lang="ko-KR" altLang="en-US">
              <a:ea typeface="+mn-ea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9FB8335-4CA6-12A4-E486-A31FD34C86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/>
              <a:t>타임라인</a:t>
            </a:r>
            <a:endParaRPr lang="en-US" altLang="ko-KR"/>
          </a:p>
          <a:p>
            <a:pPr lvl="1"/>
            <a:r>
              <a:rPr lang="ko-KR" altLang="en-US"/>
              <a:t>해당 프로젝트에서 수행하는 작업의 시작 날짜 및 종료 날짜</a:t>
            </a:r>
            <a:endParaRPr lang="en-US" altLang="ko-KR"/>
          </a:p>
          <a:p>
            <a:pPr lvl="1"/>
            <a:endParaRPr lang="en-US" altLang="ko-KR"/>
          </a:p>
          <a:p>
            <a:r>
              <a:rPr lang="ko-KR" altLang="en-US"/>
              <a:t>프로젝트간 종속성</a:t>
            </a:r>
            <a:endParaRPr lang="en-US" altLang="ko-KR"/>
          </a:p>
          <a:p>
            <a:pPr lvl="1"/>
            <a:r>
              <a:rPr lang="ko-KR" altLang="en-US"/>
              <a:t>어떠한 작업이 이루어지지 않으면 다른 작업이 수행되지 못함 </a:t>
            </a:r>
            <a:r>
              <a:rPr lang="en-US" altLang="ko-KR"/>
              <a:t>(Block)</a:t>
            </a:r>
          </a:p>
          <a:p>
            <a:pPr lvl="1"/>
            <a:endParaRPr lang="en-US" altLang="ko-KR"/>
          </a:p>
          <a:p>
            <a:r>
              <a:rPr lang="ko-KR" altLang="en-US"/>
              <a:t>리소스 할당</a:t>
            </a: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2710094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951E41-F7CE-8E35-57A9-CA9C384265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0B317FC-71F6-3EB5-7929-8D9AAB1DD7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207168"/>
            <a:ext cx="7886700" cy="1914101"/>
          </a:xfrm>
        </p:spPr>
        <p:txBody>
          <a:bodyPr>
            <a:normAutofit lnSpcReduction="10000"/>
          </a:bodyPr>
          <a:lstStyle/>
          <a:p>
            <a:r>
              <a:rPr lang="en-US" altLang="ko-KR"/>
              <a:t>JIRA </a:t>
            </a:r>
            <a:r>
              <a:rPr lang="ko-KR" altLang="en-US"/>
              <a:t>스페이스 선택 후 </a:t>
            </a:r>
            <a:r>
              <a:rPr lang="en-US" altLang="ko-KR"/>
              <a:t>– </a:t>
            </a:r>
            <a:r>
              <a:rPr lang="ko-KR" altLang="en-US"/>
              <a:t>타임라인 이동</a:t>
            </a:r>
            <a:endParaRPr lang="en-US" altLang="ko-KR"/>
          </a:p>
          <a:p>
            <a:endParaRPr lang="en-US" altLang="ko-KR"/>
          </a:p>
          <a:p>
            <a:pPr marL="0" indent="0">
              <a:buNone/>
            </a:pPr>
            <a:endParaRPr lang="en-US" altLang="ko-KR"/>
          </a:p>
          <a:p>
            <a:endParaRPr lang="en-US" altLang="ko-KR"/>
          </a:p>
          <a:p>
            <a:r>
              <a:rPr lang="ko-KR" altLang="en-US"/>
              <a:t>업무 하단 만들기 </a:t>
            </a:r>
            <a:r>
              <a:rPr lang="en-US" altLang="ko-KR"/>
              <a:t>or </a:t>
            </a:r>
            <a:r>
              <a:rPr lang="ko-KR" altLang="en-US"/>
              <a:t>원하는 시점 클릭 </a:t>
            </a:r>
            <a:r>
              <a:rPr lang="en-US" altLang="ko-KR"/>
              <a:t>or </a:t>
            </a:r>
            <a:r>
              <a:rPr lang="ko-KR" altLang="en-US"/>
              <a:t>직접 생성</a:t>
            </a:r>
            <a:endParaRPr lang="en-US" altLang="ko-KR"/>
          </a:p>
        </p:txBody>
      </p:sp>
      <p:sp>
        <p:nvSpPr>
          <p:cNvPr id="7" name="제목 6">
            <a:extLst>
              <a:ext uri="{FF2B5EF4-FFF2-40B4-BE49-F238E27FC236}">
                <a16:creationId xmlns:a16="http://schemas.microsoft.com/office/drawing/2014/main" id="{897AEAD9-8EE5-F637-806E-948C557CC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>
                <a:ea typeface="+mn-ea"/>
              </a:rPr>
              <a:t>Gantt Chart </a:t>
            </a:r>
            <a:r>
              <a:rPr lang="en-US" altLang="ko-KR">
                <a:latin typeface="+mn-ea"/>
                <a:ea typeface="+mn-ea"/>
              </a:rPr>
              <a:t>– </a:t>
            </a:r>
            <a:r>
              <a:rPr lang="ko-KR" altLang="en-US" err="1">
                <a:latin typeface="+mn-ea"/>
                <a:ea typeface="+mn-ea"/>
              </a:rPr>
              <a:t>에픽</a:t>
            </a:r>
            <a:r>
              <a:rPr lang="ko-KR" altLang="en-US">
                <a:latin typeface="+mn-ea"/>
                <a:ea typeface="+mn-ea"/>
              </a:rPr>
              <a:t> 만들기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5F0891A4-8EF1-6B79-7B83-AB327C1B60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89851"/>
            <a:ext cx="9144000" cy="999395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7CFC6FBA-C9E7-9164-A3CB-FDAF997276A6}"/>
              </a:ext>
            </a:extLst>
          </p:cNvPr>
          <p:cNvSpPr/>
          <p:nvPr/>
        </p:nvSpPr>
        <p:spPr>
          <a:xfrm>
            <a:off x="3123945" y="2169547"/>
            <a:ext cx="882098" cy="355150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45D85D9B-5B2A-AF74-A59C-FE7F2BB2D2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" y="3292958"/>
            <a:ext cx="5256971" cy="643374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A4715DE2-3CF6-CBF9-80EE-BF38517319FA}"/>
              </a:ext>
            </a:extLst>
          </p:cNvPr>
          <p:cNvSpPr/>
          <p:nvPr/>
        </p:nvSpPr>
        <p:spPr>
          <a:xfrm>
            <a:off x="628650" y="3535845"/>
            <a:ext cx="611065" cy="301610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72983254-F0AE-534D-69C5-3797920C053C}"/>
              </a:ext>
            </a:extLst>
          </p:cNvPr>
          <p:cNvSpPr/>
          <p:nvPr/>
        </p:nvSpPr>
        <p:spPr>
          <a:xfrm>
            <a:off x="4006043" y="3535845"/>
            <a:ext cx="611065" cy="301610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내용 개체 틀 2">
            <a:extLst>
              <a:ext uri="{FF2B5EF4-FFF2-40B4-BE49-F238E27FC236}">
                <a16:creationId xmlns:a16="http://schemas.microsoft.com/office/drawing/2014/main" id="{D7CA6CAB-38BD-9613-1DC3-A5C264742C8E}"/>
              </a:ext>
            </a:extLst>
          </p:cNvPr>
          <p:cNvSpPr txBox="1">
            <a:spLocks/>
          </p:cNvSpPr>
          <p:nvPr/>
        </p:nvSpPr>
        <p:spPr>
          <a:xfrm>
            <a:off x="628650" y="3937505"/>
            <a:ext cx="7886700" cy="4834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1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rgbClr val="92D050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b="0" i="0" u="none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err="1"/>
              <a:t>에픽이</a:t>
            </a:r>
            <a:r>
              <a:rPr lang="ko-KR" altLang="en-US"/>
              <a:t> 보이지 않을 경우</a:t>
            </a:r>
            <a:r>
              <a:rPr lang="en-US" altLang="ko-KR"/>
              <a:t>, </a:t>
            </a:r>
            <a:r>
              <a:rPr lang="ko-KR" altLang="en-US"/>
              <a:t>업무 유형 추가</a:t>
            </a:r>
            <a:endParaRPr lang="en-US" altLang="ko-KR"/>
          </a:p>
        </p:txBody>
      </p:sp>
      <p:sp>
        <p:nvSpPr>
          <p:cNvPr id="17" name="내용 개체 틀 2">
            <a:extLst>
              <a:ext uri="{FF2B5EF4-FFF2-40B4-BE49-F238E27FC236}">
                <a16:creationId xmlns:a16="http://schemas.microsoft.com/office/drawing/2014/main" id="{C1A30259-499B-76C6-6D77-C1D3E533B9FE}"/>
              </a:ext>
            </a:extLst>
          </p:cNvPr>
          <p:cNvSpPr txBox="1">
            <a:spLocks/>
          </p:cNvSpPr>
          <p:nvPr/>
        </p:nvSpPr>
        <p:spPr>
          <a:xfrm>
            <a:off x="628650" y="4420932"/>
            <a:ext cx="7886700" cy="4834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1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rgbClr val="92D050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b="0" i="0" u="none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/>
              <a:t>이렇게 만들어진 각 이슈들은</a:t>
            </a:r>
            <a:r>
              <a:rPr lang="en-US" altLang="ko-KR"/>
              <a:t>, </a:t>
            </a:r>
            <a:r>
              <a:rPr lang="ko-KR" altLang="en-US"/>
              <a:t>고유의 </a:t>
            </a:r>
            <a:r>
              <a:rPr lang="en-US" altLang="ko-KR"/>
              <a:t>Key</a:t>
            </a:r>
            <a:r>
              <a:rPr lang="ko-KR" altLang="en-US"/>
              <a:t>를 가짐</a:t>
            </a: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3943130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866420-F866-CA85-D589-859016697F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8BD7E4E-A7E5-3B7A-AFE9-679A167830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207168"/>
            <a:ext cx="7886700" cy="3479132"/>
          </a:xfrm>
        </p:spPr>
        <p:txBody>
          <a:bodyPr>
            <a:normAutofit/>
          </a:bodyPr>
          <a:lstStyle/>
          <a:p>
            <a:r>
              <a:rPr lang="ko-KR" altLang="en-US"/>
              <a:t>원하는 </a:t>
            </a:r>
            <a:r>
              <a:rPr lang="ko-KR" altLang="en-US" err="1"/>
              <a:t>에픽</a:t>
            </a:r>
            <a:r>
              <a:rPr lang="ko-KR" altLang="en-US"/>
              <a:t> 선택 후 </a:t>
            </a:r>
            <a:r>
              <a:rPr lang="en-US" altLang="ko-KR"/>
              <a:t>– </a:t>
            </a:r>
            <a:r>
              <a:rPr lang="ko-KR" altLang="en-US"/>
              <a:t>하위 항목 만들기</a:t>
            </a:r>
            <a:endParaRPr lang="en-US" altLang="ko-KR"/>
          </a:p>
          <a:p>
            <a:endParaRPr lang="en-US" altLang="ko-KR"/>
          </a:p>
          <a:p>
            <a:pPr marL="0" indent="0">
              <a:buNone/>
            </a:pPr>
            <a:endParaRPr lang="en-US" altLang="ko-KR"/>
          </a:p>
          <a:p>
            <a:endParaRPr lang="en-US" altLang="ko-KR"/>
          </a:p>
          <a:p>
            <a:endParaRPr lang="en-US" altLang="ko-KR"/>
          </a:p>
        </p:txBody>
      </p:sp>
      <p:sp>
        <p:nvSpPr>
          <p:cNvPr id="7" name="제목 6">
            <a:extLst>
              <a:ext uri="{FF2B5EF4-FFF2-40B4-BE49-F238E27FC236}">
                <a16:creationId xmlns:a16="http://schemas.microsoft.com/office/drawing/2014/main" id="{951A6DF3-2AA2-CB47-CC92-3B530230D4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>
                <a:latin typeface="+mn-ea"/>
                <a:ea typeface="+mn-ea"/>
              </a:rPr>
              <a:t>Gantt Chart – </a:t>
            </a:r>
            <a:r>
              <a:rPr lang="ko-KR" altLang="en-US" err="1">
                <a:latin typeface="+mn-ea"/>
                <a:ea typeface="+mn-ea"/>
              </a:rPr>
              <a:t>에픽에</a:t>
            </a:r>
            <a:r>
              <a:rPr lang="ko-KR" altLang="en-US">
                <a:latin typeface="+mn-ea"/>
                <a:ea typeface="+mn-ea"/>
              </a:rPr>
              <a:t> 하위 작업 추가</a:t>
            </a:r>
          </a:p>
        </p:txBody>
      </p:sp>
      <p:pic>
        <p:nvPicPr>
          <p:cNvPr id="4" name="그림 3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49F11BA-E6E1-D391-F7BB-986F00C322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5961" y="1724450"/>
            <a:ext cx="4220164" cy="1352739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70DD5260-2BB8-1904-7477-47A20070C184}"/>
              </a:ext>
            </a:extLst>
          </p:cNvPr>
          <p:cNvSpPr/>
          <p:nvPr/>
        </p:nvSpPr>
        <p:spPr>
          <a:xfrm>
            <a:off x="5319346" y="2135373"/>
            <a:ext cx="307731" cy="355150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66729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522EA5-9249-57E7-0206-4CFF007E55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59E15E0-2E58-E8DD-410E-A0823496B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207168"/>
            <a:ext cx="7886700" cy="3479132"/>
          </a:xfrm>
        </p:spPr>
        <p:txBody>
          <a:bodyPr>
            <a:normAutofit/>
          </a:bodyPr>
          <a:lstStyle/>
          <a:p>
            <a:r>
              <a:rPr lang="ko-KR" altLang="en-US"/>
              <a:t>원하는 </a:t>
            </a:r>
            <a:r>
              <a:rPr lang="ko-KR" altLang="en-US" err="1"/>
              <a:t>에픽</a:t>
            </a:r>
            <a:r>
              <a:rPr lang="ko-KR" altLang="en-US"/>
              <a:t> 선택 후 </a:t>
            </a:r>
            <a:r>
              <a:rPr lang="en-US" altLang="ko-KR"/>
              <a:t>– </a:t>
            </a:r>
            <a:r>
              <a:rPr lang="ko-KR" altLang="en-US"/>
              <a:t>타임라인에 원하는 날짜를 선택</a:t>
            </a:r>
            <a:endParaRPr lang="en-US" altLang="ko-KR"/>
          </a:p>
          <a:p>
            <a:pPr marL="0" indent="0">
              <a:buNone/>
            </a:pPr>
            <a:endParaRPr lang="en-US" altLang="ko-KR"/>
          </a:p>
          <a:p>
            <a:endParaRPr lang="en-US" altLang="ko-KR"/>
          </a:p>
          <a:p>
            <a:endParaRPr lang="en-US" altLang="ko-KR"/>
          </a:p>
        </p:txBody>
      </p:sp>
      <p:sp>
        <p:nvSpPr>
          <p:cNvPr id="7" name="제목 6">
            <a:extLst>
              <a:ext uri="{FF2B5EF4-FFF2-40B4-BE49-F238E27FC236}">
                <a16:creationId xmlns:a16="http://schemas.microsoft.com/office/drawing/2014/main" id="{5310EF1C-C3C3-ADBE-836F-19404CC07E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>
                <a:latin typeface="+mn-ea"/>
                <a:ea typeface="+mn-ea"/>
              </a:rPr>
              <a:t>Gantt Chart – </a:t>
            </a:r>
            <a:r>
              <a:rPr lang="ko-KR" altLang="en-US">
                <a:latin typeface="+mn-ea"/>
                <a:ea typeface="+mn-ea"/>
              </a:rPr>
              <a:t>타임라인에 추가</a:t>
            </a:r>
          </a:p>
        </p:txBody>
      </p:sp>
      <p:pic>
        <p:nvPicPr>
          <p:cNvPr id="5" name="그림 4" descr="스크린샷, 텍스트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E9D838F-5CD8-4F98-FE8E-E620182950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1891" y="2179864"/>
            <a:ext cx="4420217" cy="1533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10632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F02916-A309-E28B-81E7-A91AF90431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8472DE8-C364-40ED-E0A6-BA1AE5B25E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207168"/>
            <a:ext cx="7886700" cy="3479132"/>
          </a:xfrm>
        </p:spPr>
        <p:txBody>
          <a:bodyPr>
            <a:normAutofit/>
          </a:bodyPr>
          <a:lstStyle/>
          <a:p>
            <a:r>
              <a:rPr lang="ko-KR" altLang="en-US"/>
              <a:t>원하는 이슈 </a:t>
            </a:r>
            <a:r>
              <a:rPr lang="en-US" altLang="ko-KR"/>
              <a:t>More Option</a:t>
            </a:r>
            <a:r>
              <a:rPr lang="ko-KR" altLang="en-US"/>
              <a:t> </a:t>
            </a:r>
            <a:r>
              <a:rPr lang="en-US" altLang="ko-KR"/>
              <a:t>– </a:t>
            </a:r>
            <a:r>
              <a:rPr lang="ko-KR" altLang="en-US"/>
              <a:t>종속성 편집</a:t>
            </a:r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r>
              <a:rPr lang="en-US" altLang="ko-KR"/>
              <a:t>Or </a:t>
            </a:r>
            <a:r>
              <a:rPr lang="ko-KR" altLang="en-US"/>
              <a:t>타임라인에서 끌어서 추가</a:t>
            </a:r>
            <a:endParaRPr lang="en-US" altLang="ko-KR"/>
          </a:p>
          <a:p>
            <a:pPr marL="0" indent="0">
              <a:buNone/>
            </a:pPr>
            <a:endParaRPr lang="en-US" altLang="ko-KR"/>
          </a:p>
          <a:p>
            <a:endParaRPr lang="en-US" altLang="ko-KR"/>
          </a:p>
          <a:p>
            <a:endParaRPr lang="en-US" altLang="ko-KR"/>
          </a:p>
        </p:txBody>
      </p:sp>
      <p:sp>
        <p:nvSpPr>
          <p:cNvPr id="7" name="제목 6">
            <a:extLst>
              <a:ext uri="{FF2B5EF4-FFF2-40B4-BE49-F238E27FC236}">
                <a16:creationId xmlns:a16="http://schemas.microsoft.com/office/drawing/2014/main" id="{F9E40B5D-3D2F-A357-3960-1440A33625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>
                <a:latin typeface="+mn-ea"/>
                <a:ea typeface="+mn-ea"/>
              </a:rPr>
              <a:t>Gantt Chart – </a:t>
            </a:r>
            <a:r>
              <a:rPr lang="ko-KR" altLang="en-US">
                <a:latin typeface="+mn-ea"/>
                <a:ea typeface="+mn-ea"/>
              </a:rPr>
              <a:t>종속성 추가</a:t>
            </a: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ED5FB29A-7235-5D73-E970-07CFF2D5D92E}"/>
              </a:ext>
            </a:extLst>
          </p:cNvPr>
          <p:cNvGrpSpPr/>
          <p:nvPr/>
        </p:nvGrpSpPr>
        <p:grpSpPr>
          <a:xfrm>
            <a:off x="2533279" y="1628660"/>
            <a:ext cx="3677163" cy="1133463"/>
            <a:chOff x="1914154" y="1752485"/>
            <a:chExt cx="5315692" cy="1638529"/>
          </a:xfrm>
        </p:grpSpPr>
        <p:pic>
          <p:nvPicPr>
            <p:cNvPr id="4" name="그림 3" descr="텍스트, 스크린샷, 폰트, 번호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939A6D4D-F5A6-1282-7A05-D4228BD3CC2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914154" y="1752485"/>
              <a:ext cx="5315692" cy="1638529"/>
            </a:xfrm>
            <a:prstGeom prst="rect">
              <a:avLst/>
            </a:prstGeom>
          </p:spPr>
        </p:pic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28939D8D-DE75-9439-6F65-7191C7A3593C}"/>
                </a:ext>
              </a:extLst>
            </p:cNvPr>
            <p:cNvSpPr/>
            <p:nvPr/>
          </p:nvSpPr>
          <p:spPr>
            <a:xfrm>
              <a:off x="5376496" y="2946734"/>
              <a:ext cx="862379" cy="355150"/>
            </a:xfrm>
            <a:prstGeom prst="rect">
              <a:avLst/>
            </a:pr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9" name="그림 8" descr="텍스트, 스크린샷, 번호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D4D6CE3-6F97-5CB8-F27B-5464F40BDE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6846" y="3241578"/>
            <a:ext cx="2558086" cy="1444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96736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129366-9EAF-3D58-7F6B-D88DAD5BAB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>
            <a:extLst>
              <a:ext uri="{FF2B5EF4-FFF2-40B4-BE49-F238E27FC236}">
                <a16:creationId xmlns:a16="http://schemas.microsoft.com/office/drawing/2014/main" id="{6175DF12-7FB7-79EB-73CA-8EFF6D9B53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>
                <a:latin typeface="+mn-ea"/>
                <a:ea typeface="+mn-ea"/>
              </a:rPr>
              <a:t>Gantt Chart – </a:t>
            </a:r>
            <a:r>
              <a:rPr lang="ko-KR" altLang="en-US">
                <a:latin typeface="+mn-ea"/>
                <a:ea typeface="+mn-ea"/>
              </a:rPr>
              <a:t>워크플로</a:t>
            </a:r>
          </a:p>
        </p:txBody>
      </p:sp>
      <p:pic>
        <p:nvPicPr>
          <p:cNvPr id="11" name="그림 10" descr="텍스트, 스크린샷, 도표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639FE47-28C6-FCE4-7F11-DE63DBAD3C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5206" y="966537"/>
            <a:ext cx="5653587" cy="3771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82882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628650" y="558266"/>
            <a:ext cx="7886700" cy="407445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altLang="ko-KR" sz="2000">
                <a:solidFill>
                  <a:srgbClr val="FFC000"/>
                </a:solidFill>
                <a:latin typeface="+mn-ea"/>
                <a:cs typeface="Arial" panose="020B0604020202020204" pitchFamily="34" charset="0"/>
              </a:rPr>
              <a:t>Software Tool Time (</a:t>
            </a:r>
            <a:r>
              <a:rPr lang="ko-KR" altLang="en-US" sz="2000">
                <a:solidFill>
                  <a:srgbClr val="FFC000"/>
                </a:solidFill>
                <a:latin typeface="+mn-ea"/>
                <a:cs typeface="Arial" panose="020B0604020202020204" pitchFamily="34" charset="0"/>
              </a:rPr>
              <a:t>소프트웨어 툴 타임</a:t>
            </a:r>
            <a:r>
              <a:rPr lang="en-US" altLang="ko-KR" sz="2000">
                <a:solidFill>
                  <a:srgbClr val="FFC000"/>
                </a:solidFill>
                <a:latin typeface="+mn-ea"/>
                <a:cs typeface="Arial" panose="020B0604020202020204" pitchFamily="34" charset="0"/>
              </a:rPr>
              <a:t>)</a:t>
            </a:r>
          </a:p>
          <a:p>
            <a:pPr marL="0" indent="0" algn="ctr">
              <a:buNone/>
            </a:pPr>
            <a:r>
              <a:rPr lang="en-US" altLang="ko-KR" sz="1600">
                <a:latin typeface="+mn-ea"/>
                <a:cs typeface="Arial" panose="020B0604020202020204" pitchFamily="34" charset="0"/>
              </a:rPr>
              <a:t>(CC-BY-NC 4.0) Ajou University</a:t>
            </a:r>
          </a:p>
          <a:p>
            <a:pPr marL="0" indent="0" algn="ctr">
              <a:buNone/>
            </a:pPr>
            <a:endParaRPr lang="en-US" altLang="ko-KR" sz="1600">
              <a:latin typeface="+mn-ea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en-US" altLang="ko-KR" sz="1600">
                <a:latin typeface="+mn-ea"/>
                <a:cs typeface="Arial" panose="020B0604020202020204" pitchFamily="34" charset="0"/>
              </a:rPr>
              <a:t>Visit “Software Tool Time” channel in YouTube :</a:t>
            </a:r>
            <a:r>
              <a:rPr lang="en-US" altLang="ko-KR" sz="1600">
                <a:solidFill>
                  <a:schemeClr val="accent2">
                    <a:lumMod val="75000"/>
                  </a:schemeClr>
                </a:solidFill>
                <a:latin typeface="+mn-ea"/>
                <a:cs typeface="Arial" panose="020B0604020202020204" pitchFamily="34" charset="0"/>
              </a:rPr>
              <a:t> </a:t>
            </a:r>
            <a:r>
              <a:rPr lang="en-US" altLang="ko-KR" sz="1600">
                <a:solidFill>
                  <a:schemeClr val="accent2">
                    <a:lumMod val="75000"/>
                  </a:schemeClr>
                </a:solidFill>
                <a:latin typeface="+mn-ea"/>
                <a:cs typeface="Arial" panose="020B0604020202020204" pitchFamily="34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https://www.youtube.com/c/SoftwareToolTime</a:t>
            </a:r>
            <a:r>
              <a:rPr lang="en-US" altLang="ko-KR" sz="1600">
                <a:latin typeface="+mn-ea"/>
                <a:cs typeface="Arial" panose="020B0604020202020204" pitchFamily="34" charset="0"/>
              </a:rPr>
              <a:t> </a:t>
            </a:r>
            <a:br>
              <a:rPr lang="en-US" altLang="ko-KR" sz="1600">
                <a:solidFill>
                  <a:schemeClr val="accent4">
                    <a:lumMod val="60000"/>
                    <a:lumOff val="40000"/>
                  </a:schemeClr>
                </a:solidFill>
                <a:latin typeface="+mn-ea"/>
                <a:cs typeface="Arial" panose="020B0604020202020204" pitchFamily="34" charset="0"/>
              </a:rPr>
            </a:br>
            <a:endParaRPr lang="en-US" altLang="ko-KR" sz="1600">
              <a:solidFill>
                <a:schemeClr val="accent4">
                  <a:lumMod val="60000"/>
                  <a:lumOff val="40000"/>
                </a:schemeClr>
              </a:solidFill>
              <a:latin typeface="+mn-ea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en-US" altLang="ko-KR" sz="1500">
                <a:solidFill>
                  <a:srgbClr val="00B0F0"/>
                </a:solidFill>
                <a:latin typeface="+mn-ea"/>
                <a:cs typeface="Arial" panose="020B0604020202020204" pitchFamily="34" charset="0"/>
              </a:rPr>
              <a:t>All product names, trademarks, and/or company names are used solely for identification and belong to their respective owners.</a:t>
            </a:r>
          </a:p>
          <a:p>
            <a:pPr marL="0" indent="0" algn="ctr">
              <a:buNone/>
            </a:pPr>
            <a:r>
              <a:rPr lang="en-US" altLang="ko-KR" sz="1500">
                <a:solidFill>
                  <a:srgbClr val="00B0F0"/>
                </a:solidFill>
                <a:latin typeface="+mn-ea"/>
                <a:cs typeface="Arial" panose="020B0604020202020204" pitchFamily="34" charset="0"/>
              </a:rPr>
              <a:t>“Software Tool Time” video is licensed to the public under a Creative Commons Attribution 4.0 License  (https://creativecommons.org/license/by/4.0/) </a:t>
            </a:r>
          </a:p>
          <a:p>
            <a:pPr marL="0" indent="0" algn="ctr">
              <a:buNone/>
            </a:pPr>
            <a:r>
              <a:rPr lang="en-US" altLang="ko-KR" sz="1500">
                <a:solidFill>
                  <a:srgbClr val="00B0F0"/>
                </a:solidFill>
                <a:latin typeface="+mn-ea"/>
                <a:cs typeface="Arial" panose="020B0604020202020204" pitchFamily="34" charset="0"/>
              </a:rPr>
              <a:t>Twin </a:t>
            </a:r>
            <a:r>
              <a:rPr lang="en-US" altLang="ko-KR" sz="1500" err="1">
                <a:solidFill>
                  <a:srgbClr val="00B0F0"/>
                </a:solidFill>
                <a:latin typeface="+mn-ea"/>
                <a:cs typeface="Arial" panose="020B0604020202020204" pitchFamily="34" charset="0"/>
              </a:rPr>
              <a:t>Musicom’s</a:t>
            </a:r>
            <a:r>
              <a:rPr lang="ko-KR" altLang="en-US" sz="1500">
                <a:solidFill>
                  <a:srgbClr val="00B0F0"/>
                </a:solidFill>
                <a:latin typeface="+mn-ea"/>
                <a:cs typeface="Arial" panose="020B0604020202020204" pitchFamily="34" charset="0"/>
              </a:rPr>
              <a:t> </a:t>
            </a:r>
            <a:r>
              <a:rPr lang="en-US" altLang="ko-KR" sz="1500">
                <a:solidFill>
                  <a:srgbClr val="00B0F0"/>
                </a:solidFill>
                <a:latin typeface="+mn-ea"/>
                <a:cs typeface="Arial" panose="020B0604020202020204" pitchFamily="34" charset="0"/>
              </a:rPr>
              <a:t>African Drums (Sting) is licensed to the to the public under a Creative Commons Attribution 4.0 License (Artist: http://www.twinmusicom.org/)</a:t>
            </a:r>
          </a:p>
        </p:txBody>
      </p:sp>
      <p:pic>
        <p:nvPicPr>
          <p:cNvPr id="2050" name="Picture 2" descr="Creative Commons">
            <a:extLst>
              <a:ext uri="{FF2B5EF4-FFF2-40B4-BE49-F238E27FC236}">
                <a16:creationId xmlns:a16="http://schemas.microsoft.com/office/drawing/2014/main" id="{6AE06B9F-FD0B-4C77-AC7E-03A6408D6D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6200" y="4632723"/>
            <a:ext cx="1159042" cy="283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그래픽 3">
            <a:extLst>
              <a:ext uri="{FF2B5EF4-FFF2-40B4-BE49-F238E27FC236}">
                <a16:creationId xmlns:a16="http://schemas.microsoft.com/office/drawing/2014/main" id="{948356DE-CE21-4391-8E51-CF1FEFD7FB1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88758" y="268669"/>
            <a:ext cx="743671" cy="757836"/>
          </a:xfrm>
          <a:prstGeom prst="rect">
            <a:avLst/>
          </a:prstGeom>
          <a:effectLst>
            <a:reflection blurRad="6350" stA="50000" endA="300" endPos="55500" dist="50800" dir="5400000" sy="-100000" algn="bl" rotWithShape="0"/>
          </a:effectLst>
        </p:spPr>
      </p:pic>
      <p:pic>
        <p:nvPicPr>
          <p:cNvPr id="6" name="African Drums (Sting) - Twin Musicom_6sec">
            <a:hlinkClick r:id="" action="ppaction://media"/>
            <a:extLst>
              <a:ext uri="{FF2B5EF4-FFF2-40B4-BE49-F238E27FC236}">
                <a16:creationId xmlns:a16="http://schemas.microsoft.com/office/drawing/2014/main" id="{B87ECA76-32A7-4267-9D4E-8F36C496823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4224338" y="5532524"/>
            <a:ext cx="347662" cy="347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1211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055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52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4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67FD49-CD4C-E222-0C49-99B102DD58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1C1AD47-9AE2-C62C-A443-3CDB403E69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15B1B90-0073-13FD-4BE6-308A759534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8883" y="0"/>
            <a:ext cx="9241766" cy="5148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524149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NEXTUNIQUEID" val="10009"/>
  <p:tag name="MMPROD_UIPERSISTENCEDATA" val="MMPROD_UIPERSISTENCEDATA"/>
  <p:tag name="MMPROD_UIDATA" val="&lt;database version=&quot;11.0&quot;&gt;&lt;object type=&quot;1&quot; unique_id=&quot;10001&quot;&gt;&lt;object type=&quot;2&quot; unique_id=&quot;10002&quot;&gt;&lt;object type=&quot;3&quot; unique_id=&quot;10003&quot;&gt;&lt;property id=&quot;20148&quot; value=&quot;5&quot;/&gt;&lt;property id=&quot;20300&quot; value=&quot;Slide 2&quot;/&gt;&lt;property id=&quot;20307&quot; value=&quot;256&quot;/&gt;&lt;/object&gt;&lt;object type=&quot;3&quot; unique_id=&quot;10004&quot;&gt;&lt;property id=&quot;20148&quot; value=&quot;5&quot;/&gt;&lt;property id=&quot;20300&quot; value=&quot;Slide 6&quot;/&gt;&lt;property id=&quot;20307&quot; value=&quot;257&quot;/&gt;&lt;/object&gt;&lt;object type=&quot;3&quot; unique_id=&quot;10021&quot;&gt;&lt;property id=&quot;20148&quot; value=&quot;5&quot;/&gt;&lt;property id=&quot;20300&quot; value=&quot;Slide 3 - &amp;quot;Lecture : vi editor 초보편&amp;quot;&quot;/&gt;&lt;property id=&quot;20307&quot; value=&quot;258&quot;/&gt;&lt;/object&gt;&lt;object type=&quot;3&quot; unique_id=&quot;10047&quot;&gt;&lt;property id=&quot;20148&quot; value=&quot;5&quot;/&gt;&lt;property id=&quot;20300&quot; value=&quot;Slide 4 - &amp;quot;여기 부터 강의&amp;quot;&quot;/&gt;&lt;property id=&quot;20307&quot; value=&quot;260&quot;/&gt;&lt;/object&gt;&lt;object type=&quot;3&quot; unique_id=&quot;10048&quot;&gt;&lt;property id=&quot;20148&quot; value=&quot;5&quot;/&gt;&lt;property id=&quot;20300&quot; value=&quot;Slide 5 - &amp;quot;Lecture : vi editor 초보편&amp;quot;&quot;/&gt;&lt;property id=&quot;20307&quot; value=&quot;259&quot;/&gt;&lt;/object&gt;&lt;object type=&quot;3&quot; unique_id=&quot;10071&quot;&gt;&lt;property id=&quot;20148&quot; value=&quot;5&quot;/&gt;&lt;property id=&quot;20300&quot; value=&quot;Slide 1 - &amp;quot;Are you ready?&amp;quot;&quot;/&gt;&lt;property id=&quot;20307&quot; value=&quot;261&quot;/&gt;&lt;/object&gt;&lt;/object&gt;&lt;object type=&quot;8&quot; unique_id=&quot;10008&quot;&gt;&lt;/object&gt;&lt;/object&gt;&lt;/database&gt;"/>
  <p:tag name="SECTOMILLISECCONVERTED" val="1"/>
</p:tagLst>
</file>

<file path=ppt/theme/theme1.xml><?xml version="1.0" encoding="utf-8"?>
<a:theme xmlns:a="http://schemas.openxmlformats.org/drawingml/2006/main" name="Office Theme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1">
      <a:majorFont>
        <a:latin typeface="나눔고딕 ExtraBold"/>
        <a:ea typeface="나눔고딕 ExtraBold"/>
        <a:cs typeface=""/>
      </a:majorFont>
      <a:minorFont>
        <a:latin typeface="나눔고딕"/>
        <a:ea typeface="나눔고딕"/>
        <a:cs typeface="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F46216B-77A9-411A-B9D3-5023FCB70208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On-screen Show (16:9)</PresentationFormat>
  <Slides>14</Slides>
  <Notes>3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PowerPoint Presentation</vt:lpstr>
      <vt:lpstr>JIRA로 프로젝트 효율적으로 관리하기 2</vt:lpstr>
      <vt:lpstr>에픽</vt:lpstr>
      <vt:lpstr>에픽</vt:lpstr>
      <vt:lpstr>Gantt Chart</vt:lpstr>
      <vt:lpstr>Gantt Chart</vt:lpstr>
      <vt:lpstr>Gantt Chart</vt:lpstr>
      <vt:lpstr>Gantt Chart – 에픽 만들기</vt:lpstr>
      <vt:lpstr>Gantt Chart – 에픽에 하위 작업 추가</vt:lpstr>
      <vt:lpstr>Gantt Chart – 타임라인에 추가</vt:lpstr>
      <vt:lpstr>Gantt Chart – 종속성 추가</vt:lpstr>
      <vt:lpstr>Gantt Chart – 워크플로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HyL</dc:creator>
  <cp:revision>1</cp:revision>
  <dcterms:created xsi:type="dcterms:W3CDTF">2017-03-17T07:48:16Z</dcterms:created>
  <dcterms:modified xsi:type="dcterms:W3CDTF">2025-12-14T11:06:09Z</dcterms:modified>
</cp:coreProperties>
</file>
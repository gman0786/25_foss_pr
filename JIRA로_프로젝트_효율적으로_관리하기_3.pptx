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72" r:id="rId1"/>
  </p:sldMasterIdLst>
  <p:notesMasterIdLst>
    <p:notesMasterId r:id="rId12"/>
  </p:notesMasterIdLst>
  <p:sldIdLst>
    <p:sldId id="347" r:id="rId2"/>
    <p:sldId id="316" r:id="rId3"/>
    <p:sldId id="368" r:id="rId4"/>
    <p:sldId id="369" r:id="rId5"/>
    <p:sldId id="371" r:id="rId6"/>
    <p:sldId id="372" r:id="rId7"/>
    <p:sldId id="373" r:id="rId8"/>
    <p:sldId id="374" r:id="rId9"/>
    <p:sldId id="344" r:id="rId10"/>
    <p:sldId id="346" r:id="rId11"/>
  </p:sldIdLst>
  <p:sldSz cx="9144000" cy="5143500" type="screen16x9"/>
  <p:notesSz cx="6858000" cy="9144000"/>
  <p:embeddedFontLst>
    <p:embeddedFont>
      <p:font typeface="나눔고딕" panose="020B0604020202020204" charset="-127"/>
      <p:regular r:id="rId13"/>
      <p:bold r:id="rId14"/>
    </p:embeddedFont>
    <p:embeddedFont>
      <p:font typeface="나눔고딕 ExtraBold" panose="020B0604020202020204" charset="-127"/>
      <p:bold r:id="rId15"/>
    </p:embeddedFont>
    <p:embeddedFont>
      <p:font typeface="AR HERMANN" panose="020B0604020202020204" charset="0"/>
      <p:regular r:id="rId16"/>
    </p:embeddedFont>
    <p:embeddedFont>
      <p:font typeface="맑은 고딕" panose="020B0503020000020004" pitchFamily="34" charset="-127"/>
      <p:regular r:id="rId17"/>
      <p:bold r:id="rId18"/>
    </p:embeddedFont>
  </p:embeddedFontLst>
  <p:custDataLst>
    <p:tags r:id="rId1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C81BCA-3845-4E14-87DA-B67B3908045E}" v="104" dt="2025-12-14T11:03:45.013"/>
    <p1510:client id="{CB8CBD9E-B436-1E47-9021-B79C8147885A}" v="24" dt="2025-12-14T11:22:47.5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 유준" userId="61184928-e97b-442d-99aa-83485643fa96" providerId="ADAL" clId="{21B37B80-EAE4-4F87-858E-91B03CF1997C}"/>
    <pc:docChg chg="undo custSel addSld delSld modSld">
      <pc:chgData name="이 유준" userId="61184928-e97b-442d-99aa-83485643fa96" providerId="ADAL" clId="{21B37B80-EAE4-4F87-858E-91B03CF1997C}" dt="2025-12-14T11:03:45.013" v="1265"/>
      <pc:docMkLst>
        <pc:docMk/>
      </pc:docMkLst>
      <pc:sldChg chg="modSp mod">
        <pc:chgData name="이 유준" userId="61184928-e97b-442d-99aa-83485643fa96" providerId="ADAL" clId="{21B37B80-EAE4-4F87-858E-91B03CF1997C}" dt="2025-12-14T10:58:58.895" v="417"/>
        <pc:sldMkLst>
          <pc:docMk/>
          <pc:sldMk cId="1416060887" sldId="316"/>
        </pc:sldMkLst>
        <pc:spChg chg="mod">
          <ac:chgData name="이 유준" userId="61184928-e97b-442d-99aa-83485643fa96" providerId="ADAL" clId="{21B37B80-EAE4-4F87-858E-91B03CF1997C}" dt="2025-12-13T19:36:56.619" v="235" actId="20577"/>
          <ac:spMkLst>
            <pc:docMk/>
            <pc:sldMk cId="1416060887" sldId="316"/>
            <ac:spMk id="2" creationId="{979CCDFD-EBD7-4FD7-8F4F-A276841D284E}"/>
          </ac:spMkLst>
        </pc:spChg>
        <pc:spChg chg="mod">
          <ac:chgData name="이 유준" userId="61184928-e97b-442d-99aa-83485643fa96" providerId="ADAL" clId="{21B37B80-EAE4-4F87-858E-91B03CF1997C}" dt="2025-12-14T10:58:58.895" v="417"/>
          <ac:spMkLst>
            <pc:docMk/>
            <pc:sldMk cId="1416060887" sldId="316"/>
            <ac:spMk id="3" creationId="{383C38BD-6602-4EC4-A99D-FC94ECF4124C}"/>
          </ac:spMkLst>
        </pc:spChg>
      </pc:sldChg>
      <pc:sldChg chg="del">
        <pc:chgData name="이 유준" userId="61184928-e97b-442d-99aa-83485643fa96" providerId="ADAL" clId="{21B37B80-EAE4-4F87-858E-91B03CF1997C}" dt="2025-12-14T10:56:53.559" v="381" actId="47"/>
        <pc:sldMkLst>
          <pc:docMk/>
          <pc:sldMk cId="4283308264" sldId="348"/>
        </pc:sldMkLst>
      </pc:sldChg>
      <pc:sldChg chg="del">
        <pc:chgData name="이 유준" userId="61184928-e97b-442d-99aa-83485643fa96" providerId="ADAL" clId="{21B37B80-EAE4-4F87-858E-91B03CF1997C}" dt="2025-12-14T10:56:55.431" v="385" actId="47"/>
        <pc:sldMkLst>
          <pc:docMk/>
          <pc:sldMk cId="2530749493" sldId="351"/>
        </pc:sldMkLst>
      </pc:sldChg>
      <pc:sldChg chg="del">
        <pc:chgData name="이 유준" userId="61184928-e97b-442d-99aa-83485643fa96" providerId="ADAL" clId="{21B37B80-EAE4-4F87-858E-91B03CF1997C}" dt="2025-12-14T10:56:54.073" v="382" actId="47"/>
        <pc:sldMkLst>
          <pc:docMk/>
          <pc:sldMk cId="1888997757" sldId="352"/>
        </pc:sldMkLst>
      </pc:sldChg>
      <pc:sldChg chg="del">
        <pc:chgData name="이 유준" userId="61184928-e97b-442d-99aa-83485643fa96" providerId="ADAL" clId="{21B37B80-EAE4-4F87-858E-91B03CF1997C}" dt="2025-12-14T10:56:53.087" v="380" actId="47"/>
        <pc:sldMkLst>
          <pc:docMk/>
          <pc:sldMk cId="2441853655" sldId="353"/>
        </pc:sldMkLst>
      </pc:sldChg>
      <pc:sldChg chg="del">
        <pc:chgData name="이 유준" userId="61184928-e97b-442d-99aa-83485643fa96" providerId="ADAL" clId="{21B37B80-EAE4-4F87-858E-91B03CF1997C}" dt="2025-12-14T10:56:56.840" v="386" actId="47"/>
        <pc:sldMkLst>
          <pc:docMk/>
          <pc:sldMk cId="1394313079" sldId="354"/>
        </pc:sldMkLst>
      </pc:sldChg>
      <pc:sldChg chg="del">
        <pc:chgData name="이 유준" userId="61184928-e97b-442d-99aa-83485643fa96" providerId="ADAL" clId="{21B37B80-EAE4-4F87-858E-91B03CF1997C}" dt="2025-12-14T10:56:54.490" v="383" actId="47"/>
        <pc:sldMkLst>
          <pc:docMk/>
          <pc:sldMk cId="1826962200" sldId="355"/>
        </pc:sldMkLst>
      </pc:sldChg>
      <pc:sldChg chg="del">
        <pc:chgData name="이 유준" userId="61184928-e97b-442d-99aa-83485643fa96" providerId="ADAL" clId="{21B37B80-EAE4-4F87-858E-91B03CF1997C}" dt="2025-12-14T10:57:19.709" v="390" actId="47"/>
        <pc:sldMkLst>
          <pc:docMk/>
          <pc:sldMk cId="4082847932" sldId="356"/>
        </pc:sldMkLst>
      </pc:sldChg>
      <pc:sldChg chg="del">
        <pc:chgData name="이 유준" userId="61184928-e97b-442d-99aa-83485643fa96" providerId="ADAL" clId="{21B37B80-EAE4-4F87-858E-91B03CF1997C}" dt="2025-12-14T10:56:54.937" v="384" actId="47"/>
        <pc:sldMkLst>
          <pc:docMk/>
          <pc:sldMk cId="2872016792" sldId="357"/>
        </pc:sldMkLst>
      </pc:sldChg>
      <pc:sldChg chg="del">
        <pc:chgData name="이 유준" userId="61184928-e97b-442d-99aa-83485643fa96" providerId="ADAL" clId="{21B37B80-EAE4-4F87-858E-91B03CF1997C}" dt="2025-12-14T10:56:57.654" v="388" actId="47"/>
        <pc:sldMkLst>
          <pc:docMk/>
          <pc:sldMk cId="3024849071" sldId="358"/>
        </pc:sldMkLst>
      </pc:sldChg>
      <pc:sldChg chg="del">
        <pc:chgData name="이 유준" userId="61184928-e97b-442d-99aa-83485643fa96" providerId="ADAL" clId="{21B37B80-EAE4-4F87-858E-91B03CF1997C}" dt="2025-12-14T10:56:57.262" v="387" actId="47"/>
        <pc:sldMkLst>
          <pc:docMk/>
          <pc:sldMk cId="2148400743" sldId="359"/>
        </pc:sldMkLst>
      </pc:sldChg>
      <pc:sldChg chg="add">
        <pc:chgData name="이 유준" userId="61184928-e97b-442d-99aa-83485643fa96" providerId="ADAL" clId="{21B37B80-EAE4-4F87-858E-91B03CF1997C}" dt="2025-12-14T10:57:17.517" v="389"/>
        <pc:sldMkLst>
          <pc:docMk/>
          <pc:sldMk cId="2803816" sldId="368"/>
        </pc:sldMkLst>
      </pc:sldChg>
      <pc:sldChg chg="add">
        <pc:chgData name="이 유준" userId="61184928-e97b-442d-99aa-83485643fa96" providerId="ADAL" clId="{21B37B80-EAE4-4F87-858E-91B03CF1997C}" dt="2025-12-14T10:57:17.517" v="389"/>
        <pc:sldMkLst>
          <pc:docMk/>
          <pc:sldMk cId="2928220128" sldId="369"/>
        </pc:sldMkLst>
      </pc:sldChg>
      <pc:sldChg chg="add del">
        <pc:chgData name="이 유준" userId="61184928-e97b-442d-99aa-83485643fa96" providerId="ADAL" clId="{21B37B80-EAE4-4F87-858E-91B03CF1997C}" dt="2025-12-14T10:58:34.213" v="392" actId="47"/>
        <pc:sldMkLst>
          <pc:docMk/>
          <pc:sldMk cId="3694063299" sldId="370"/>
        </pc:sldMkLst>
      </pc:sldChg>
      <pc:sldChg chg="add">
        <pc:chgData name="이 유준" userId="61184928-e97b-442d-99aa-83485643fa96" providerId="ADAL" clId="{21B37B80-EAE4-4F87-858E-91B03CF1997C}" dt="2025-12-14T10:57:30.580" v="391" actId="2890"/>
        <pc:sldMkLst>
          <pc:docMk/>
          <pc:sldMk cId="2623432830" sldId="371"/>
        </pc:sldMkLst>
      </pc:sldChg>
      <pc:sldChg chg="modSp add mod">
        <pc:chgData name="이 유준" userId="61184928-e97b-442d-99aa-83485643fa96" providerId="ADAL" clId="{21B37B80-EAE4-4F87-858E-91B03CF1997C}" dt="2025-12-14T11:00:04.049" v="704"/>
        <pc:sldMkLst>
          <pc:docMk/>
          <pc:sldMk cId="460124132" sldId="372"/>
        </pc:sldMkLst>
        <pc:spChg chg="mod">
          <ac:chgData name="이 유준" userId="61184928-e97b-442d-99aa-83485643fa96" providerId="ADAL" clId="{21B37B80-EAE4-4F87-858E-91B03CF1997C}" dt="2025-12-14T11:00:04.049" v="704"/>
          <ac:spMkLst>
            <pc:docMk/>
            <pc:sldMk cId="460124132" sldId="372"/>
            <ac:spMk id="3" creationId="{CB1DF572-6D84-5E89-8BFA-33A0F433CAB1}"/>
          </ac:spMkLst>
        </pc:spChg>
        <pc:spChg chg="mod">
          <ac:chgData name="이 유준" userId="61184928-e97b-442d-99aa-83485643fa96" providerId="ADAL" clId="{21B37B80-EAE4-4F87-858E-91B03CF1997C}" dt="2025-12-14T10:59:20.427" v="431" actId="20577"/>
          <ac:spMkLst>
            <pc:docMk/>
            <pc:sldMk cId="460124132" sldId="372"/>
            <ac:spMk id="7" creationId="{B2D419B2-F13C-34CC-62A7-D1897B4719F4}"/>
          </ac:spMkLst>
        </pc:spChg>
      </pc:sldChg>
      <pc:sldChg chg="modSp add mod">
        <pc:chgData name="이 유준" userId="61184928-e97b-442d-99aa-83485643fa96" providerId="ADAL" clId="{21B37B80-EAE4-4F87-858E-91B03CF1997C}" dt="2025-12-14T11:02:25.567" v="999" actId="6549"/>
        <pc:sldMkLst>
          <pc:docMk/>
          <pc:sldMk cId="3960960395" sldId="373"/>
        </pc:sldMkLst>
        <pc:spChg chg="mod">
          <ac:chgData name="이 유준" userId="61184928-e97b-442d-99aa-83485643fa96" providerId="ADAL" clId="{21B37B80-EAE4-4F87-858E-91B03CF1997C}" dt="2025-12-14T11:02:25.567" v="999" actId="6549"/>
          <ac:spMkLst>
            <pc:docMk/>
            <pc:sldMk cId="3960960395" sldId="373"/>
            <ac:spMk id="3" creationId="{9E7DA87D-572F-86D2-DC6B-0726D2FE8489}"/>
          </ac:spMkLst>
        </pc:spChg>
        <pc:spChg chg="mod">
          <ac:chgData name="이 유준" userId="61184928-e97b-442d-99aa-83485643fa96" providerId="ADAL" clId="{21B37B80-EAE4-4F87-858E-91B03CF1997C}" dt="2025-12-14T11:01:21.816" v="733"/>
          <ac:spMkLst>
            <pc:docMk/>
            <pc:sldMk cId="3960960395" sldId="373"/>
            <ac:spMk id="7" creationId="{06F2AE37-9C33-6B81-C718-1FBC819CCA06}"/>
          </ac:spMkLst>
        </pc:spChg>
      </pc:sldChg>
      <pc:sldChg chg="modSp add mod">
        <pc:chgData name="이 유준" userId="61184928-e97b-442d-99aa-83485643fa96" providerId="ADAL" clId="{21B37B80-EAE4-4F87-858E-91B03CF1997C}" dt="2025-12-14T11:03:45.013" v="1265"/>
        <pc:sldMkLst>
          <pc:docMk/>
          <pc:sldMk cId="95264378" sldId="374"/>
        </pc:sldMkLst>
        <pc:spChg chg="mod">
          <ac:chgData name="이 유준" userId="61184928-e97b-442d-99aa-83485643fa96" providerId="ADAL" clId="{21B37B80-EAE4-4F87-858E-91B03CF1997C}" dt="2025-12-14T11:03:45.013" v="1265"/>
          <ac:spMkLst>
            <pc:docMk/>
            <pc:sldMk cId="95264378" sldId="374"/>
            <ac:spMk id="3" creationId="{EB75339A-F8DC-A385-2DB7-87DA08346144}"/>
          </ac:spMkLst>
        </pc:spChg>
        <pc:spChg chg="mod">
          <ac:chgData name="이 유준" userId="61184928-e97b-442d-99aa-83485643fa96" providerId="ADAL" clId="{21B37B80-EAE4-4F87-858E-91B03CF1997C}" dt="2025-12-14T11:03:07.596" v="1018"/>
          <ac:spMkLst>
            <pc:docMk/>
            <pc:sldMk cId="95264378" sldId="374"/>
            <ac:spMk id="7" creationId="{4704C0A3-5C15-4B0F-4471-47E2FF821D34}"/>
          </ac:spMkLst>
        </pc:spChg>
      </pc:sldChg>
    </pc:docChg>
  </pc:docChgLst>
  <pc:docChgLst>
    <pc:chgData name="이 유준" userId="61184928-e97b-442d-99aa-83485643fa96" providerId="ADAL" clId="{F4BBBE47-EE53-5EE1-BBAE-36D32E787C29}"/>
    <pc:docChg chg="undo custSel modSld">
      <pc:chgData name="이 유준" userId="61184928-e97b-442d-99aa-83485643fa96" providerId="ADAL" clId="{F4BBBE47-EE53-5EE1-BBAE-36D32E787C29}" dt="2025-12-14T11:22:47.589" v="150" actId="2711"/>
      <pc:docMkLst>
        <pc:docMk/>
      </pc:docMkLst>
      <pc:sldChg chg="modSp mod">
        <pc:chgData name="이 유준" userId="61184928-e97b-442d-99aa-83485643fa96" providerId="ADAL" clId="{F4BBBE47-EE53-5EE1-BBAE-36D32E787C29}" dt="2025-12-14T11:17:36.004" v="129" actId="2711"/>
        <pc:sldMkLst>
          <pc:docMk/>
          <pc:sldMk cId="1416060887" sldId="316"/>
        </pc:sldMkLst>
        <pc:spChg chg="mod">
          <ac:chgData name="이 유준" userId="61184928-e97b-442d-99aa-83485643fa96" providerId="ADAL" clId="{F4BBBE47-EE53-5EE1-BBAE-36D32E787C29}" dt="2025-12-14T11:17:36.004" v="129" actId="2711"/>
          <ac:spMkLst>
            <pc:docMk/>
            <pc:sldMk cId="1416060887" sldId="316"/>
            <ac:spMk id="3" creationId="{383C38BD-6602-4EC4-A99D-FC94ECF4124C}"/>
          </ac:spMkLst>
        </pc:spChg>
      </pc:sldChg>
      <pc:sldChg chg="modSp mod">
        <pc:chgData name="이 유준" userId="61184928-e97b-442d-99aa-83485643fa96" providerId="ADAL" clId="{F4BBBE47-EE53-5EE1-BBAE-36D32E787C29}" dt="2025-12-14T11:18:09.762" v="131" actId="2711"/>
        <pc:sldMkLst>
          <pc:docMk/>
          <pc:sldMk cId="2803816" sldId="368"/>
        </pc:sldMkLst>
        <pc:spChg chg="mod">
          <ac:chgData name="이 유준" userId="61184928-e97b-442d-99aa-83485643fa96" providerId="ADAL" clId="{F4BBBE47-EE53-5EE1-BBAE-36D32E787C29}" dt="2025-12-14T11:18:09.762" v="131" actId="2711"/>
          <ac:spMkLst>
            <pc:docMk/>
            <pc:sldMk cId="2803816" sldId="368"/>
            <ac:spMk id="3" creationId="{1C8D66FB-4930-B061-84FA-A8ED41C6920D}"/>
          </ac:spMkLst>
        </pc:spChg>
      </pc:sldChg>
      <pc:sldChg chg="modSp mod">
        <pc:chgData name="이 유준" userId="61184928-e97b-442d-99aa-83485643fa96" providerId="ADAL" clId="{F4BBBE47-EE53-5EE1-BBAE-36D32E787C29}" dt="2025-12-14T11:18:33.598" v="135" actId="5793"/>
        <pc:sldMkLst>
          <pc:docMk/>
          <pc:sldMk cId="2623432830" sldId="371"/>
        </pc:sldMkLst>
        <pc:spChg chg="mod">
          <ac:chgData name="이 유준" userId="61184928-e97b-442d-99aa-83485643fa96" providerId="ADAL" clId="{F4BBBE47-EE53-5EE1-BBAE-36D32E787C29}" dt="2025-12-14T11:18:33.598" v="135" actId="5793"/>
          <ac:spMkLst>
            <pc:docMk/>
            <pc:sldMk cId="2623432830" sldId="371"/>
            <ac:spMk id="3" creationId="{AAF7078F-3ADB-8F49-C7EB-40699F066026}"/>
          </ac:spMkLst>
        </pc:spChg>
        <pc:spChg chg="mod">
          <ac:chgData name="이 유준" userId="61184928-e97b-442d-99aa-83485643fa96" providerId="ADAL" clId="{F4BBBE47-EE53-5EE1-BBAE-36D32E787C29}" dt="2025-12-14T11:18:25.271" v="133" actId="2711"/>
          <ac:spMkLst>
            <pc:docMk/>
            <pc:sldMk cId="2623432830" sldId="371"/>
            <ac:spMk id="7" creationId="{8766C55F-7EB1-4112-9B1B-63DCFA93F2B7}"/>
          </ac:spMkLst>
        </pc:spChg>
      </pc:sldChg>
      <pc:sldChg chg="modSp mod">
        <pc:chgData name="이 유준" userId="61184928-e97b-442d-99aa-83485643fa96" providerId="ADAL" clId="{F4BBBE47-EE53-5EE1-BBAE-36D32E787C29}" dt="2025-12-14T11:18:48.615" v="137" actId="2711"/>
        <pc:sldMkLst>
          <pc:docMk/>
          <pc:sldMk cId="460124132" sldId="372"/>
        </pc:sldMkLst>
        <pc:spChg chg="mod">
          <ac:chgData name="이 유준" userId="61184928-e97b-442d-99aa-83485643fa96" providerId="ADAL" clId="{F4BBBE47-EE53-5EE1-BBAE-36D32E787C29}" dt="2025-12-14T11:18:48.615" v="137" actId="2711"/>
          <ac:spMkLst>
            <pc:docMk/>
            <pc:sldMk cId="460124132" sldId="372"/>
            <ac:spMk id="3" creationId="{CB1DF572-6D84-5E89-8BFA-33A0F433CAB1}"/>
          </ac:spMkLst>
        </pc:spChg>
      </pc:sldChg>
      <pc:sldChg chg="modSp mod">
        <pc:chgData name="이 유준" userId="61184928-e97b-442d-99aa-83485643fa96" providerId="ADAL" clId="{F4BBBE47-EE53-5EE1-BBAE-36D32E787C29}" dt="2025-12-14T11:22:29.610" v="148" actId="2711"/>
        <pc:sldMkLst>
          <pc:docMk/>
          <pc:sldMk cId="3960960395" sldId="373"/>
        </pc:sldMkLst>
        <pc:spChg chg="mod">
          <ac:chgData name="이 유준" userId="61184928-e97b-442d-99aa-83485643fa96" providerId="ADAL" clId="{F4BBBE47-EE53-5EE1-BBAE-36D32E787C29}" dt="2025-12-14T11:22:29.610" v="148" actId="2711"/>
          <ac:spMkLst>
            <pc:docMk/>
            <pc:sldMk cId="3960960395" sldId="373"/>
            <ac:spMk id="3" creationId="{9E7DA87D-572F-86D2-DC6B-0726D2FE8489}"/>
          </ac:spMkLst>
        </pc:spChg>
        <pc:spChg chg="mod">
          <ac:chgData name="이 유준" userId="61184928-e97b-442d-99aa-83485643fa96" providerId="ADAL" clId="{F4BBBE47-EE53-5EE1-BBAE-36D32E787C29}" dt="2025-12-14T11:22:17.399" v="146" actId="2711"/>
          <ac:spMkLst>
            <pc:docMk/>
            <pc:sldMk cId="3960960395" sldId="373"/>
            <ac:spMk id="7" creationId="{06F2AE37-9C33-6B81-C718-1FBC819CCA06}"/>
          </ac:spMkLst>
        </pc:spChg>
      </pc:sldChg>
      <pc:sldChg chg="modSp mod">
        <pc:chgData name="이 유준" userId="61184928-e97b-442d-99aa-83485643fa96" providerId="ADAL" clId="{F4BBBE47-EE53-5EE1-BBAE-36D32E787C29}" dt="2025-12-14T11:22:47.589" v="150" actId="2711"/>
        <pc:sldMkLst>
          <pc:docMk/>
          <pc:sldMk cId="95264378" sldId="374"/>
        </pc:sldMkLst>
        <pc:spChg chg="mod">
          <ac:chgData name="이 유준" userId="61184928-e97b-442d-99aa-83485643fa96" providerId="ADAL" clId="{F4BBBE47-EE53-5EE1-BBAE-36D32E787C29}" dt="2025-12-14T11:22:47.589" v="150" actId="2711"/>
          <ac:spMkLst>
            <pc:docMk/>
            <pc:sldMk cId="95264378" sldId="374"/>
            <ac:spMk id="3" creationId="{EB75339A-F8DC-A385-2DB7-87DA08346144}"/>
          </ac:spMkLst>
        </pc:spChg>
        <pc:spChg chg="mod">
          <ac:chgData name="이 유준" userId="61184928-e97b-442d-99aa-83485643fa96" providerId="ADAL" clId="{F4BBBE47-EE53-5EE1-BBAE-36D32E787C29}" dt="2025-12-14T11:19:16.238" v="140" actId="2711"/>
          <ac:spMkLst>
            <pc:docMk/>
            <pc:sldMk cId="95264378" sldId="374"/>
            <ac:spMk id="7" creationId="{4704C0A3-5C15-4B0F-4471-47E2FF821D3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6F6C2B-BA23-4B6F-A16C-E83E1A24F26C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709C8C-1C0B-460F-A188-A3D13441D7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4145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09C8C-1C0B-460F-A188-A3D13441D7A7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77661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09C8C-1C0B-460F-A188-A3D13441D7A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689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09C8C-1C0B-460F-A188-A3D13441D7A7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49859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14F1D-BB12-4672-BB3C-1516046A1FA4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A7E7-31D2-4AE6-A432-9AD10A095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5351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C000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92D050"/>
                </a:solidFill>
              </a:defRPr>
            </a:lvl1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14F1D-BB12-4672-BB3C-1516046A1FA4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A7E7-31D2-4AE6-A432-9AD10A095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9237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14F1D-BB12-4672-BB3C-1516046A1FA4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A7E7-31D2-4AE6-A432-9AD10A095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6149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14F1D-BB12-4672-BB3C-1516046A1FA4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A7E7-31D2-4AE6-A432-9AD10A095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0194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14F1D-BB12-4672-BB3C-1516046A1FA4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A7E7-31D2-4AE6-A432-9AD10A095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1255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14F1D-BB12-4672-BB3C-1516046A1FA4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A7E7-31D2-4AE6-A432-9AD10A095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9031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14F1D-BB12-4672-BB3C-1516046A1FA4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A7E7-31D2-4AE6-A432-9AD10A095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113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14F1D-BB12-4672-BB3C-1516046A1FA4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A7E7-31D2-4AE6-A432-9AD10A095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7736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14F1D-BB12-4672-BB3C-1516046A1FA4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A7E7-31D2-4AE6-A432-9AD10A095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3199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14F1D-BB12-4672-BB3C-1516046A1FA4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A7E7-31D2-4AE6-A432-9AD10A095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9279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14F1D-BB12-4672-BB3C-1516046A1FA4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A7E7-31D2-4AE6-A432-9AD10A095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8650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6926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207168"/>
            <a:ext cx="7886700" cy="34255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C14F1D-BB12-4672-BB3C-1516046A1FA4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4CA7E7-31D2-4AE6-A432-9AD10A095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075160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b="0" i="0" u="none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3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3.png"/><Relationship Id="rId5" Type="http://schemas.openxmlformats.org/officeDocument/2006/relationships/hyperlink" Target="https://www.youtube.com/c/SoftwareToolTime" TargetMode="External"/><Relationship Id="rId4" Type="http://schemas.openxmlformats.org/officeDocument/2006/relationships/notesSlide" Target="../notesSlides/notesSlide3.xml"/><Relationship Id="rId9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524769" y="1802313"/>
            <a:ext cx="5630359" cy="769441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r>
              <a:rPr lang="en-US" altLang="ko-KR" sz="4400">
                <a:solidFill>
                  <a:schemeClr val="accent4">
                    <a:lumMod val="40000"/>
                    <a:lumOff val="60000"/>
                  </a:schemeClr>
                </a:solidFill>
                <a:latin typeface="AR HERMANN" panose="02000000000000000000" pitchFamily="2" charset="0"/>
              </a:rPr>
              <a:t>S</a:t>
            </a:r>
            <a:r>
              <a:rPr lang="en-US" altLang="ko-KR" sz="4400">
                <a:latin typeface="AR HERMANN" panose="02000000000000000000" pitchFamily="2" charset="0"/>
              </a:rPr>
              <a:t>oft</a:t>
            </a:r>
            <a:r>
              <a:rPr lang="en-US" altLang="ko-KR" sz="4400">
                <a:solidFill>
                  <a:schemeClr val="accent5">
                    <a:lumMod val="60000"/>
                    <a:lumOff val="40000"/>
                  </a:schemeClr>
                </a:solidFill>
                <a:latin typeface="AR HERMANN" panose="02000000000000000000" pitchFamily="2" charset="0"/>
              </a:rPr>
              <a:t>w</a:t>
            </a:r>
            <a:r>
              <a:rPr lang="en-US" altLang="ko-KR" sz="4400">
                <a:latin typeface="AR HERMANN" panose="02000000000000000000" pitchFamily="2" charset="0"/>
              </a:rPr>
              <a:t>a</a:t>
            </a:r>
            <a:r>
              <a:rPr lang="en-US" altLang="ko-KR" sz="4400">
                <a:solidFill>
                  <a:schemeClr val="accent6">
                    <a:lumMod val="60000"/>
                    <a:lumOff val="40000"/>
                  </a:schemeClr>
                </a:solidFill>
                <a:latin typeface="AR HERMANN" panose="02000000000000000000" pitchFamily="2" charset="0"/>
              </a:rPr>
              <a:t>r</a:t>
            </a:r>
            <a:r>
              <a:rPr lang="en-US" altLang="ko-KR" sz="4400">
                <a:latin typeface="AR HERMANN" panose="02000000000000000000" pitchFamily="2" charset="0"/>
              </a:rPr>
              <a:t>e </a:t>
            </a:r>
            <a:r>
              <a:rPr lang="en-US" altLang="ko-KR" sz="4400">
                <a:solidFill>
                  <a:schemeClr val="accent6">
                    <a:lumMod val="40000"/>
                    <a:lumOff val="60000"/>
                  </a:schemeClr>
                </a:solidFill>
                <a:latin typeface="AR HERMANN" panose="02000000000000000000" pitchFamily="2" charset="0"/>
              </a:rPr>
              <a:t>T</a:t>
            </a:r>
            <a:r>
              <a:rPr lang="en-US" altLang="ko-KR" sz="4400">
                <a:latin typeface="AR HERMANN" panose="02000000000000000000" pitchFamily="2" charset="0"/>
              </a:rPr>
              <a:t>oo</a:t>
            </a:r>
            <a:r>
              <a:rPr lang="en-US" altLang="ko-KR" sz="4400">
                <a:solidFill>
                  <a:schemeClr val="accent2">
                    <a:lumMod val="60000"/>
                    <a:lumOff val="40000"/>
                  </a:schemeClr>
                </a:solidFill>
                <a:latin typeface="AR HERMANN" panose="02000000000000000000" pitchFamily="2" charset="0"/>
              </a:rPr>
              <a:t>l</a:t>
            </a:r>
            <a:r>
              <a:rPr lang="en-US" altLang="ko-KR" sz="4400">
                <a:latin typeface="AR HERMANN" panose="02000000000000000000" pitchFamily="2" charset="0"/>
              </a:rPr>
              <a:t> </a:t>
            </a:r>
            <a:r>
              <a:rPr lang="en-US" altLang="ko-KR" sz="4400">
                <a:solidFill>
                  <a:schemeClr val="accent4">
                    <a:lumMod val="40000"/>
                    <a:lumOff val="60000"/>
                  </a:schemeClr>
                </a:solidFill>
                <a:latin typeface="AR HERMANN" panose="02000000000000000000" pitchFamily="2" charset="0"/>
              </a:rPr>
              <a:t>T</a:t>
            </a:r>
            <a:r>
              <a:rPr lang="en-US" altLang="ko-KR" sz="4400">
                <a:latin typeface="AR HERMANN" panose="02000000000000000000" pitchFamily="2" charset="0"/>
              </a:rPr>
              <a:t>ime</a:t>
            </a:r>
            <a:endParaRPr lang="ko-KR" altLang="en-US" sz="4400">
              <a:latin typeface="AR HERMANN" panose="02000000000000000000" pitchFamily="2" charset="0"/>
            </a:endParaRPr>
          </a:p>
        </p:txBody>
      </p:sp>
      <p:pic>
        <p:nvPicPr>
          <p:cNvPr id="12" name="그래픽 11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8880" y="1780171"/>
            <a:ext cx="1224267" cy="1247586"/>
          </a:xfrm>
          <a:prstGeom prst="rect">
            <a:avLst/>
          </a:prstGeom>
          <a:effectLst>
            <a:reflection blurRad="6350" stA="50000" endA="300" endPos="55500" dist="50800" dir="5400000" sy="-100000" algn="bl" rotWithShape="0"/>
          </a:effectLst>
        </p:spPr>
      </p:pic>
      <p:pic>
        <p:nvPicPr>
          <p:cNvPr id="1026" name="Picture 2" descr="Creative Commons">
            <a:extLst>
              <a:ext uri="{FF2B5EF4-FFF2-40B4-BE49-F238E27FC236}">
                <a16:creationId xmlns:a16="http://schemas.microsoft.com/office/drawing/2014/main" id="{2DCAC4BA-2943-451C-A1DB-EBE3FE34B4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6899" y="2683390"/>
            <a:ext cx="1287379" cy="315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African Drums (Sting) - Twin Musicom_6sec">
            <a:hlinkClick r:id="" action="ppaction://media"/>
            <a:extLst>
              <a:ext uri="{FF2B5EF4-FFF2-40B4-BE49-F238E27FC236}">
                <a16:creationId xmlns:a16="http://schemas.microsoft.com/office/drawing/2014/main" id="{2531412B-F6C5-4F12-9A19-53BF3016D2F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4224338" y="5532524"/>
            <a:ext cx="347662" cy="347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80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55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6" presetClass="entr" presetSubtype="0" fill="hold" grpId="1" nodeType="withEffect">
                                  <p:stCondLst>
                                    <p:cond delay="1500"/>
                                  </p:stCondLst>
                                  <p:iterate type="lt">
                                    <p:tmPct val="2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72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278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830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30" tmFilter="0, 0; 0.125,0.2665; 0.25,0.4; 0.375,0.465; 0.5,0.5;  0.625,0.535; 0.75,0.6; 0.875,0.7335; 1,1">
                                          <p:stCondLst>
                                            <p:cond delay="83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15" tmFilter="0, 0; 0.125,0.2665; 0.25,0.4; 0.375,0.465; 0.5,0.5;  0.625,0.535; 0.75,0.6; 0.875,0.7335; 1,1">
                                          <p:stCondLst>
                                            <p:cond delay="1655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5" tmFilter="0, 0; 0.125,0.2665; 0.25,0.4; 0.375,0.465; 0.5,0.5;  0.625,0.535; 0.75,0.6; 0.875,0.7335; 1,1">
                                          <p:stCondLst>
                                            <p:cond delay="207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33">
                                          <p:stCondLst>
                                            <p:cond delay="813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208" decel="50000">
                                          <p:stCondLst>
                                            <p:cond delay="845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33">
                                          <p:stCondLst>
                                            <p:cond delay="164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208" decel="50000">
                                          <p:stCondLst>
                                            <p:cond delay="1673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33">
                                          <p:stCondLst>
                                            <p:cond delay="2053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208" decel="50000">
                                          <p:stCondLst>
                                            <p:cond delay="2085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33">
                                          <p:stCondLst>
                                            <p:cond delay="226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208" decel="50000">
                                          <p:stCondLst>
                                            <p:cond delay="2293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2" presetClass="emph" presetSubtype="0" fill="hold" grpId="0" nodeType="withEffect">
                                  <p:stCondLst>
                                    <p:cond delay="6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Rot by="120000">
                                      <p:cBhvr>
                                        <p:cTn id="32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3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4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6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3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  <p:bldLst>
      <p:bldP spid="9" grpId="0"/>
      <p:bldP spid="9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9CCDFD-EBD7-4FD7-8F4F-A276841D2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839" y="299037"/>
            <a:ext cx="7101784" cy="799582"/>
          </a:xfrm>
        </p:spPr>
        <p:txBody>
          <a:bodyPr>
            <a:noAutofit/>
          </a:bodyPr>
          <a:lstStyle/>
          <a:p>
            <a:r>
              <a:rPr lang="en-US" altLang="ko-KR" sz="2800" b="1">
                <a:solidFill>
                  <a:srgbClr val="00B0F0"/>
                </a:solidFill>
                <a:latin typeface="+mn-lt"/>
                <a:ea typeface="+mn-ea"/>
              </a:rPr>
              <a:t>JIRA</a:t>
            </a:r>
            <a:r>
              <a:rPr lang="ko-KR" altLang="en-US" sz="2800" b="1">
                <a:solidFill>
                  <a:srgbClr val="00B0F0"/>
                </a:solidFill>
                <a:latin typeface="+mn-lt"/>
                <a:ea typeface="+mn-ea"/>
              </a:rPr>
              <a:t>로 프로젝트 효율적으로 관리하기 </a:t>
            </a:r>
            <a:r>
              <a:rPr lang="en-US" altLang="ko-KR" sz="2800" b="1">
                <a:solidFill>
                  <a:srgbClr val="00B0F0"/>
                </a:solidFill>
                <a:latin typeface="+mn-lt"/>
                <a:ea typeface="+mn-ea"/>
              </a:rPr>
              <a:t>3</a:t>
            </a:r>
            <a:endParaRPr lang="ko-KR" altLang="en-US" sz="2800" b="1">
              <a:solidFill>
                <a:srgbClr val="00B0F0"/>
              </a:solidFill>
              <a:latin typeface="+mn-lt"/>
              <a:ea typeface="+mn-ea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3C38BD-6602-4EC4-A99D-FC94ECF41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839" y="1159017"/>
            <a:ext cx="7302524" cy="3543612"/>
          </a:xfrm>
        </p:spPr>
        <p:txBody>
          <a:bodyPr>
            <a:normAutofit lnSpcReduction="10000"/>
          </a:bodyPr>
          <a:lstStyle/>
          <a:p>
            <a:r>
              <a:rPr lang="ko-KR" altLang="en-US" sz="2000"/>
              <a:t>강사</a:t>
            </a:r>
            <a:endParaRPr lang="en-US" altLang="ko-KR" sz="2000"/>
          </a:p>
          <a:p>
            <a:pPr lvl="1"/>
            <a:r>
              <a:rPr lang="ko-KR" altLang="en-US" sz="1600"/>
              <a:t>아주대학교 소프트웨어학과 이유준</a:t>
            </a:r>
            <a:br>
              <a:rPr lang="en-US" altLang="ko-KR" sz="1600"/>
            </a:br>
            <a:endParaRPr lang="en-US" altLang="ko-KR" sz="1600"/>
          </a:p>
          <a:p>
            <a:r>
              <a:rPr lang="ko-KR" altLang="en-US" sz="2000"/>
              <a:t>목표</a:t>
            </a:r>
            <a:endParaRPr lang="en-US" altLang="ko-KR" sz="2000"/>
          </a:p>
          <a:p>
            <a:pPr lvl="1"/>
            <a:r>
              <a:rPr lang="en-US" altLang="ko-KR" sz="1700">
                <a:latin typeface="Malgun Gothic" panose="020B0503020000020004" pitchFamily="34" charset="-127"/>
                <a:ea typeface="Malgun Gothic" panose="020B0503020000020004" pitchFamily="34" charset="-127"/>
              </a:rPr>
              <a:t>Atlassian</a:t>
            </a:r>
            <a:r>
              <a:rPr lang="ko-KR" altLang="en-US" sz="1700">
                <a:latin typeface="Malgun Gothic" panose="020B0503020000020004" pitchFamily="34" charset="-127"/>
                <a:ea typeface="Malgun Gothic" panose="020B0503020000020004" pitchFamily="34" charset="-127"/>
              </a:rPr>
              <a:t>과 </a:t>
            </a:r>
            <a:r>
              <a:rPr lang="en-US" altLang="ko-KR" sz="1700" err="1">
                <a:latin typeface="Malgun Gothic" panose="020B0503020000020004" pitchFamily="34" charset="-127"/>
                <a:ea typeface="Malgun Gothic" panose="020B0503020000020004" pitchFamily="34" charset="-127"/>
              </a:rPr>
              <a:t>Github</a:t>
            </a:r>
            <a:r>
              <a:rPr lang="en-US" altLang="ko-KR" sz="170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ko-KR" altLang="en-US" sz="1700">
                <a:latin typeface="Malgun Gothic" panose="020B0503020000020004" pitchFamily="34" charset="-127"/>
                <a:ea typeface="Malgun Gothic" panose="020B0503020000020004" pitchFamily="34" charset="-127"/>
              </a:rPr>
              <a:t>연동하기</a:t>
            </a:r>
            <a:endParaRPr lang="en-US" altLang="ko-KR" sz="170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lvl="1"/>
            <a:r>
              <a:rPr lang="en-US" altLang="ko-KR" sz="1700" err="1">
                <a:latin typeface="Malgun Gothic" panose="020B0503020000020004" pitchFamily="34" charset="-127"/>
                <a:ea typeface="Malgun Gothic" panose="020B0503020000020004" pitchFamily="34" charset="-127"/>
              </a:rPr>
              <a:t>Github</a:t>
            </a:r>
            <a:r>
              <a:rPr lang="ko-KR" altLang="en-US" sz="1700">
                <a:latin typeface="Malgun Gothic" panose="020B0503020000020004" pitchFamily="34" charset="-127"/>
                <a:ea typeface="Malgun Gothic" panose="020B0503020000020004" pitchFamily="34" charset="-127"/>
              </a:rPr>
              <a:t>에서 커밋한 내용 </a:t>
            </a:r>
            <a:r>
              <a:rPr lang="en-US" altLang="ko-KR" sz="1700">
                <a:latin typeface="Malgun Gothic" panose="020B0503020000020004" pitchFamily="34" charset="-127"/>
                <a:ea typeface="Malgun Gothic" panose="020B0503020000020004" pitchFamily="34" charset="-127"/>
              </a:rPr>
              <a:t>Atlassian</a:t>
            </a:r>
            <a:r>
              <a:rPr lang="ko-KR" altLang="en-US" sz="1700">
                <a:latin typeface="Malgun Gothic" panose="020B0503020000020004" pitchFamily="34" charset="-127"/>
                <a:ea typeface="Malgun Gothic" panose="020B0503020000020004" pitchFamily="34" charset="-127"/>
              </a:rPr>
              <a:t>에서 확인하기</a:t>
            </a:r>
            <a:endParaRPr lang="en-US" altLang="ko-KR" sz="170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lvl="1"/>
            <a:r>
              <a:rPr lang="ko-KR" altLang="en-US" sz="1700">
                <a:latin typeface="Malgun Gothic" panose="020B0503020000020004" pitchFamily="34" charset="-127"/>
                <a:ea typeface="Malgun Gothic" panose="020B0503020000020004" pitchFamily="34" charset="-127"/>
              </a:rPr>
              <a:t>이슈 완료 처리 하기</a:t>
            </a:r>
            <a:endParaRPr lang="en-US" altLang="ko-KR" sz="170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lvl="1"/>
            <a:r>
              <a:rPr lang="en-US" altLang="ko-KR" sz="1700">
                <a:latin typeface="Malgun Gothic" panose="020B0503020000020004" pitchFamily="34" charset="-127"/>
                <a:ea typeface="Malgun Gothic" panose="020B0503020000020004" pitchFamily="34" charset="-127"/>
              </a:rPr>
              <a:t>JIRA </a:t>
            </a:r>
            <a:r>
              <a:rPr lang="ko-KR" altLang="en-US" sz="1700">
                <a:latin typeface="Malgun Gothic" panose="020B0503020000020004" pitchFamily="34" charset="-127"/>
                <a:ea typeface="Malgun Gothic" panose="020B0503020000020004" pitchFamily="34" charset="-127"/>
              </a:rPr>
              <a:t>자동화 처리</a:t>
            </a:r>
            <a:endParaRPr lang="en-US" altLang="ko-KR" sz="170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lvl="1"/>
            <a:endParaRPr lang="en-US" altLang="ko-KR" sz="1700"/>
          </a:p>
          <a:p>
            <a:r>
              <a:rPr lang="ko-KR" altLang="en-US" sz="2000"/>
              <a:t>사전 준비</a:t>
            </a:r>
            <a:endParaRPr lang="en-US" altLang="ko-KR" sz="2000"/>
          </a:p>
          <a:p>
            <a:pPr lvl="1"/>
            <a:r>
              <a:rPr lang="en-US" altLang="ko-KR" sz="1700"/>
              <a:t>Atlassian</a:t>
            </a:r>
            <a:r>
              <a:rPr lang="ko-KR" altLang="en-US" sz="1700"/>
              <a:t> 계정</a:t>
            </a:r>
            <a:endParaRPr lang="en-US" altLang="ko-KR" sz="1700"/>
          </a:p>
          <a:p>
            <a:pPr lvl="1"/>
            <a:r>
              <a:rPr lang="ko-KR" altLang="en-US" sz="1700"/>
              <a:t>네트워크 접속이 가능한 디바이스</a:t>
            </a:r>
            <a:endParaRPr lang="en-US" altLang="ko-KR" sz="1200">
              <a:solidFill>
                <a:srgbClr val="FFC000"/>
              </a:solidFill>
            </a:endParaRPr>
          </a:p>
          <a:p>
            <a:pPr marL="0" indent="0">
              <a:buNone/>
            </a:pPr>
            <a:endParaRPr lang="en-US" altLang="ko-KR" sz="1200">
              <a:solidFill>
                <a:srgbClr val="FFC000"/>
              </a:solidFill>
            </a:endParaRPr>
          </a:p>
          <a:p>
            <a:pPr marL="0" indent="0">
              <a:buNone/>
            </a:pPr>
            <a:endParaRPr lang="en-US" altLang="ko-KR" sz="1200">
              <a:solidFill>
                <a:srgbClr val="FFC000"/>
              </a:solidFill>
            </a:endParaRPr>
          </a:p>
          <a:p>
            <a:pPr marL="0" indent="0">
              <a:buNone/>
            </a:pPr>
            <a:endParaRPr lang="en-US" altLang="ko-KR" sz="120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6060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39509-B662-8DC9-1D76-01D93A47F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8D66FB-4930-B061-84FA-A8ED41C692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07168"/>
            <a:ext cx="7886700" cy="3479132"/>
          </a:xfrm>
        </p:spPr>
        <p:txBody>
          <a:bodyPr>
            <a:normAutofit lnSpcReduction="10000"/>
          </a:bodyPr>
          <a:lstStyle/>
          <a:p>
            <a:r>
              <a:rPr lang="en-US" altLang="ko-KR">
                <a:latin typeface="Malgun Gothic" panose="020B0503020000020004" pitchFamily="34" charset="-127"/>
                <a:ea typeface="Malgun Gothic" panose="020B0503020000020004" pitchFamily="34" charset="-127"/>
              </a:rPr>
              <a:t>JIRA </a:t>
            </a:r>
            <a:r>
              <a:rPr lang="ko-KR" altLang="en-US">
                <a:latin typeface="Malgun Gothic" panose="020B0503020000020004" pitchFamily="34" charset="-127"/>
                <a:ea typeface="Malgun Gothic" panose="020B0503020000020004" pitchFamily="34" charset="-127"/>
              </a:rPr>
              <a:t>홈 </a:t>
            </a:r>
            <a:r>
              <a:rPr lang="en-US" altLang="ko-KR">
                <a:latin typeface="Malgun Gothic" panose="020B0503020000020004" pitchFamily="34" charset="-127"/>
                <a:ea typeface="Malgun Gothic" panose="020B0503020000020004" pitchFamily="34" charset="-127"/>
              </a:rPr>
              <a:t>– </a:t>
            </a:r>
            <a:r>
              <a:rPr lang="ko-KR" altLang="en-US">
                <a:latin typeface="Malgun Gothic" panose="020B0503020000020004" pitchFamily="34" charset="-127"/>
                <a:ea typeface="Malgun Gothic" panose="020B0503020000020004" pitchFamily="34" charset="-127"/>
              </a:rPr>
              <a:t>앱 </a:t>
            </a:r>
            <a:r>
              <a:rPr lang="en-US" altLang="ko-KR">
                <a:latin typeface="Malgun Gothic" panose="020B0503020000020004" pitchFamily="34" charset="-127"/>
                <a:ea typeface="Malgun Gothic" panose="020B0503020000020004" pitchFamily="34" charset="-127"/>
              </a:rPr>
              <a:t>– </a:t>
            </a:r>
            <a:r>
              <a:rPr lang="ko-KR" altLang="en-US">
                <a:latin typeface="Malgun Gothic" panose="020B0503020000020004" pitchFamily="34" charset="-127"/>
                <a:ea typeface="Malgun Gothic" panose="020B0503020000020004" pitchFamily="34" charset="-127"/>
              </a:rPr>
              <a:t>더 많은 앱 살펴보기</a:t>
            </a:r>
            <a:endParaRPr lang="en-US" altLang="ko-KR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endParaRPr lang="en-US" altLang="ko-KR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r>
              <a:rPr lang="en-US" altLang="ko-KR">
                <a:latin typeface="Malgun Gothic" panose="020B0503020000020004" pitchFamily="34" charset="-127"/>
                <a:ea typeface="Malgun Gothic" panose="020B0503020000020004" pitchFamily="34" charset="-127"/>
              </a:rPr>
              <a:t>GitHub for Atlassian </a:t>
            </a:r>
            <a:r>
              <a:rPr lang="ko-KR" altLang="en-US">
                <a:latin typeface="Malgun Gothic" panose="020B0503020000020004" pitchFamily="34" charset="-127"/>
                <a:ea typeface="Malgun Gothic" panose="020B0503020000020004" pitchFamily="34" charset="-127"/>
              </a:rPr>
              <a:t>설치</a:t>
            </a:r>
            <a:endParaRPr lang="en-US" altLang="ko-KR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endParaRPr lang="en-US" altLang="ko-KR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endParaRPr lang="en-US" altLang="ko-KR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endParaRPr lang="en-US" altLang="ko-KR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endParaRPr lang="en-US" altLang="ko-KR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endParaRPr lang="en-US" altLang="ko-KR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endParaRPr lang="en-US" altLang="ko-KR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lvl="1"/>
            <a:r>
              <a:rPr lang="en-US" altLang="ko-KR">
                <a:latin typeface="Malgun Gothic" panose="020B0503020000020004" pitchFamily="34" charset="-127"/>
                <a:ea typeface="Malgun Gothic" panose="020B0503020000020004" pitchFamily="34" charset="-127"/>
              </a:rPr>
              <a:t>https://marketplace.atlassian.com/apps/1219592</a:t>
            </a:r>
          </a:p>
          <a:p>
            <a:endParaRPr lang="en-US" altLang="ko-KR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marL="0" indent="0">
              <a:buNone/>
            </a:pPr>
            <a:endParaRPr lang="en-US" altLang="ko-KR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endParaRPr lang="en-US" altLang="ko-KR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endParaRPr lang="en-US" altLang="ko-KR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7" name="제목 6">
            <a:extLst>
              <a:ext uri="{FF2B5EF4-FFF2-40B4-BE49-F238E27FC236}">
                <a16:creationId xmlns:a16="http://schemas.microsoft.com/office/drawing/2014/main" id="{D385BC58-A3AA-3546-27C2-36506D6BE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err="1">
                <a:latin typeface="+mn-ea"/>
                <a:ea typeface="+mn-ea"/>
              </a:rPr>
              <a:t>Github</a:t>
            </a:r>
            <a:r>
              <a:rPr lang="ko-KR" altLang="en-US">
                <a:latin typeface="+mn-ea"/>
                <a:ea typeface="+mn-ea"/>
              </a:rPr>
              <a:t>와 </a:t>
            </a:r>
            <a:r>
              <a:rPr lang="en-US" altLang="ko-KR">
                <a:latin typeface="+mn-ea"/>
                <a:ea typeface="+mn-ea"/>
              </a:rPr>
              <a:t>JIRA </a:t>
            </a:r>
            <a:r>
              <a:rPr lang="ko-KR" altLang="en-US">
                <a:latin typeface="+mn-ea"/>
                <a:ea typeface="+mn-ea"/>
              </a:rPr>
              <a:t>연동하기</a:t>
            </a:r>
          </a:p>
        </p:txBody>
      </p:sp>
      <p:pic>
        <p:nvPicPr>
          <p:cNvPr id="11" name="그림 10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64D0EC0-55FB-541B-CB9E-5BC40CD094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2918" y="2571750"/>
            <a:ext cx="6206107" cy="1745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4C6B9-CF5D-55AF-0A85-945B50DA0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FEA143-CEFC-3026-B687-6CCD9B8511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07168"/>
            <a:ext cx="7886700" cy="3479132"/>
          </a:xfrm>
        </p:spPr>
        <p:txBody>
          <a:bodyPr>
            <a:normAutofit/>
          </a:bodyPr>
          <a:lstStyle/>
          <a:p>
            <a:r>
              <a:rPr lang="en-US" altLang="ko-KR" err="1"/>
              <a:t>Github</a:t>
            </a:r>
            <a:r>
              <a:rPr lang="ko-KR" altLang="en-US"/>
              <a:t>로 이동해 </a:t>
            </a:r>
            <a:r>
              <a:rPr lang="en-US" altLang="ko-KR"/>
              <a:t>JIRA</a:t>
            </a:r>
            <a:r>
              <a:rPr lang="ko-KR" altLang="en-US"/>
              <a:t>와 연동할 </a:t>
            </a:r>
            <a:r>
              <a:rPr lang="ko-KR" altLang="en-US" err="1"/>
              <a:t>리포지토리</a:t>
            </a:r>
            <a:r>
              <a:rPr lang="ko-KR" altLang="en-US"/>
              <a:t> 추가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endParaRPr lang="en-US" altLang="ko-KR"/>
          </a:p>
          <a:p>
            <a:endParaRPr lang="en-US" altLang="ko-KR"/>
          </a:p>
        </p:txBody>
      </p:sp>
      <p:sp>
        <p:nvSpPr>
          <p:cNvPr id="7" name="제목 6">
            <a:extLst>
              <a:ext uri="{FF2B5EF4-FFF2-40B4-BE49-F238E27FC236}">
                <a16:creationId xmlns:a16="http://schemas.microsoft.com/office/drawing/2014/main" id="{A4C54B8C-F6CA-30C4-90E8-04FFC0279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err="1">
                <a:latin typeface="+mn-ea"/>
                <a:ea typeface="+mn-ea"/>
              </a:rPr>
              <a:t>Github</a:t>
            </a:r>
            <a:r>
              <a:rPr lang="en-US" altLang="ko-KR">
                <a:latin typeface="+mn-ea"/>
                <a:ea typeface="+mn-ea"/>
              </a:rPr>
              <a:t> – </a:t>
            </a:r>
            <a:r>
              <a:rPr lang="ko-KR" altLang="en-US">
                <a:latin typeface="+mn-ea"/>
                <a:ea typeface="+mn-ea"/>
              </a:rPr>
              <a:t>관리할 </a:t>
            </a:r>
            <a:r>
              <a:rPr lang="ko-KR" altLang="en-US" err="1">
                <a:latin typeface="+mn-ea"/>
                <a:ea typeface="+mn-ea"/>
              </a:rPr>
              <a:t>리포지토리</a:t>
            </a:r>
            <a:r>
              <a:rPr lang="ko-KR" altLang="en-US">
                <a:latin typeface="+mn-ea"/>
                <a:ea typeface="+mn-ea"/>
              </a:rPr>
              <a:t> 추가</a:t>
            </a:r>
          </a:p>
        </p:txBody>
      </p:sp>
      <p:pic>
        <p:nvPicPr>
          <p:cNvPr id="4" name="그림 3" descr="텍스트, 폰트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2E2DA6C-665B-0236-53BF-749982FC3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343" y="2050381"/>
            <a:ext cx="6969314" cy="1885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220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EA0E1-38FB-F86A-CC9E-E781CE3C9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F7078F-3ADB-8F49-C7EB-40699F0660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07168"/>
            <a:ext cx="7886700" cy="3479132"/>
          </a:xfrm>
        </p:spPr>
        <p:txBody>
          <a:bodyPr>
            <a:normAutofit/>
          </a:bodyPr>
          <a:lstStyle/>
          <a:p>
            <a:r>
              <a:rPr lang="en-US" altLang="ko-KR">
                <a:latin typeface="Malgun Gothic" panose="020B0503020000020004" pitchFamily="34" charset="-127"/>
                <a:ea typeface="Malgun Gothic" panose="020B0503020000020004" pitchFamily="34" charset="-127"/>
              </a:rPr>
              <a:t>JIRA – </a:t>
            </a:r>
            <a:r>
              <a:rPr lang="ko-KR" altLang="en-US">
                <a:latin typeface="Malgun Gothic" panose="020B0503020000020004" pitchFamily="34" charset="-127"/>
                <a:ea typeface="Malgun Gothic" panose="020B0503020000020004" pitchFamily="34" charset="-127"/>
              </a:rPr>
              <a:t>해당 앱 선택 </a:t>
            </a:r>
            <a:r>
              <a:rPr lang="en-US" altLang="ko-KR">
                <a:latin typeface="Malgun Gothic" panose="020B0503020000020004" pitchFamily="34" charset="-127"/>
                <a:ea typeface="Malgun Gothic" panose="020B0503020000020004" pitchFamily="34" charset="-127"/>
              </a:rPr>
              <a:t>– Get started</a:t>
            </a:r>
          </a:p>
          <a:p>
            <a:endParaRPr lang="en-US" altLang="ko-KR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r>
              <a:rPr lang="ko-KR" altLang="en-US">
                <a:latin typeface="Malgun Gothic" panose="020B0503020000020004" pitchFamily="34" charset="-127"/>
                <a:ea typeface="Malgun Gothic" panose="020B0503020000020004" pitchFamily="34" charset="-127"/>
              </a:rPr>
              <a:t>이후 안내되는 절차대로 진행</a:t>
            </a:r>
            <a:endParaRPr lang="en-US" altLang="ko-KR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endParaRPr lang="en-US" altLang="ko-KR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r>
              <a:rPr lang="en-US" altLang="ko-KR">
                <a:latin typeface="Malgun Gothic" panose="020B0503020000020004" pitchFamily="34" charset="-127"/>
                <a:ea typeface="Malgun Gothic" panose="020B0503020000020004" pitchFamily="34" charset="-127"/>
              </a:rPr>
              <a:t>(</a:t>
            </a:r>
            <a:r>
              <a:rPr lang="ko-KR" altLang="en-US">
                <a:latin typeface="Malgun Gothic" panose="020B0503020000020004" pitchFamily="34" charset="-127"/>
                <a:ea typeface="Malgun Gothic" panose="020B0503020000020004" pitchFamily="34" charset="-127"/>
              </a:rPr>
              <a:t>선택</a:t>
            </a:r>
            <a:r>
              <a:rPr lang="en-US" altLang="ko-KR">
                <a:latin typeface="Malgun Gothic" panose="020B0503020000020004" pitchFamily="34" charset="-127"/>
                <a:ea typeface="Malgun Gothic" panose="020B0503020000020004" pitchFamily="34" charset="-127"/>
              </a:rPr>
              <a:t>) </a:t>
            </a:r>
            <a:r>
              <a:rPr lang="ko-KR" altLang="en-US">
                <a:latin typeface="Malgun Gothic" panose="020B0503020000020004" pitchFamily="34" charset="-127"/>
                <a:ea typeface="Malgun Gothic" panose="020B0503020000020004" pitchFamily="34" charset="-127"/>
              </a:rPr>
              <a:t>모든 </a:t>
            </a:r>
            <a:r>
              <a:rPr lang="ko-KR" altLang="en-US" err="1">
                <a:latin typeface="Malgun Gothic" panose="020B0503020000020004" pitchFamily="34" charset="-127"/>
                <a:ea typeface="Malgun Gothic" panose="020B0503020000020004" pitchFamily="34" charset="-127"/>
              </a:rPr>
              <a:t>리포를</a:t>
            </a:r>
            <a:r>
              <a:rPr lang="ko-KR" altLang="en-US">
                <a:latin typeface="Malgun Gothic" panose="020B0503020000020004" pitchFamily="34" charset="-127"/>
                <a:ea typeface="Malgun Gothic" panose="020B0503020000020004" pitchFamily="34" charset="-127"/>
              </a:rPr>
              <a:t> 관리할지</a:t>
            </a:r>
            <a:r>
              <a:rPr lang="en-US" altLang="ko-KR">
                <a:latin typeface="Malgun Gothic" panose="020B0503020000020004" pitchFamily="34" charset="-127"/>
                <a:ea typeface="Malgun Gothic" panose="020B0503020000020004" pitchFamily="34" charset="-127"/>
              </a:rPr>
              <a:t>,  </a:t>
            </a:r>
            <a:r>
              <a:rPr lang="ko-KR" altLang="en-US">
                <a:latin typeface="Malgun Gothic" panose="020B0503020000020004" pitchFamily="34" charset="-127"/>
                <a:ea typeface="Malgun Gothic" panose="020B0503020000020004" pitchFamily="34" charset="-127"/>
              </a:rPr>
              <a:t>선택한 </a:t>
            </a:r>
            <a:r>
              <a:rPr lang="ko-KR" altLang="en-US" err="1">
                <a:latin typeface="Malgun Gothic" panose="020B0503020000020004" pitchFamily="34" charset="-127"/>
                <a:ea typeface="Malgun Gothic" panose="020B0503020000020004" pitchFamily="34" charset="-127"/>
              </a:rPr>
              <a:t>리포만</a:t>
            </a:r>
            <a:r>
              <a:rPr lang="ko-KR" altLang="en-US">
                <a:latin typeface="Malgun Gothic" panose="020B0503020000020004" pitchFamily="34" charset="-127"/>
                <a:ea typeface="Malgun Gothic" panose="020B0503020000020004" pitchFamily="34" charset="-127"/>
              </a:rPr>
              <a:t> 관리할지 </a:t>
            </a:r>
            <a:endParaRPr lang="en-US" altLang="ko-KR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marL="0" indent="0">
              <a:buNone/>
            </a:pPr>
            <a:r>
              <a:rPr lang="ko-KR" altLang="en-US">
                <a:latin typeface="Malgun Gothic" panose="020B0503020000020004" pitchFamily="34" charset="-127"/>
                <a:ea typeface="Malgun Gothic" panose="020B0503020000020004" pitchFamily="34" charset="-127"/>
              </a:rPr>
              <a:t>선택가능</a:t>
            </a:r>
            <a:endParaRPr lang="en-US" altLang="ko-KR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endParaRPr lang="en-US" altLang="ko-KR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endParaRPr lang="en-US" altLang="ko-KR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endParaRPr lang="en-US" altLang="ko-KR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endParaRPr lang="en-US" altLang="ko-KR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marL="0" indent="0">
              <a:buNone/>
            </a:pPr>
            <a:endParaRPr lang="en-US" altLang="ko-KR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marL="0" indent="0">
              <a:buNone/>
            </a:pPr>
            <a:endParaRPr lang="en-US" altLang="ko-KR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endParaRPr lang="en-US" altLang="ko-KR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endParaRPr lang="en-US" altLang="ko-KR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7" name="제목 6">
            <a:extLst>
              <a:ext uri="{FF2B5EF4-FFF2-40B4-BE49-F238E27FC236}">
                <a16:creationId xmlns:a16="http://schemas.microsoft.com/office/drawing/2014/main" id="{8766C55F-7EB1-4112-9B1B-63DCFA93F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>
                <a:latin typeface="Malgun Gothic" panose="020B0503020000020004" pitchFamily="34" charset="-127"/>
                <a:ea typeface="Malgun Gothic" panose="020B0503020000020004" pitchFamily="34" charset="-127"/>
              </a:rPr>
              <a:t>JIRA – </a:t>
            </a:r>
            <a:r>
              <a:rPr lang="en-US" altLang="ko-KR" err="1">
                <a:latin typeface="Malgun Gothic" panose="020B0503020000020004" pitchFamily="34" charset="-127"/>
                <a:ea typeface="Malgun Gothic" panose="020B0503020000020004" pitchFamily="34" charset="-127"/>
              </a:rPr>
              <a:t>Github</a:t>
            </a:r>
            <a:r>
              <a:rPr lang="ko-KR" altLang="en-US">
                <a:latin typeface="Malgun Gothic" panose="020B0503020000020004" pitchFamily="34" charset="-127"/>
                <a:ea typeface="Malgun Gothic" panose="020B0503020000020004" pitchFamily="34" charset="-127"/>
              </a:rPr>
              <a:t> 연동 설정</a:t>
            </a:r>
          </a:p>
        </p:txBody>
      </p:sp>
    </p:spTree>
    <p:extLst>
      <p:ext uri="{BB962C8B-B14F-4D97-AF65-F5344CB8AC3E}">
        <p14:creationId xmlns:p14="http://schemas.microsoft.com/office/powerpoint/2010/main" val="2623432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09DAC-C8DF-2642-6D40-2830C5D2D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1DF572-6D84-5E89-8BFA-33A0F433CA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07168"/>
            <a:ext cx="7886700" cy="3479132"/>
          </a:xfrm>
        </p:spPr>
        <p:txBody>
          <a:bodyPr>
            <a:normAutofit/>
          </a:bodyPr>
          <a:lstStyle/>
          <a:p>
            <a:r>
              <a:rPr lang="ko-KR" altLang="en-US">
                <a:latin typeface="Malgun Gothic" panose="020B0503020000020004" pitchFamily="34" charset="-127"/>
                <a:ea typeface="Malgun Gothic" panose="020B0503020000020004" pitchFamily="34" charset="-127"/>
              </a:rPr>
              <a:t>연결이 설정되게 되면 해당 조직의 데이터를 자동으로 가져옴</a:t>
            </a:r>
            <a:endParaRPr lang="en-US" altLang="ko-KR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r>
              <a:rPr lang="ko-KR" altLang="en-US">
                <a:latin typeface="Malgun Gothic" panose="020B0503020000020004" pitchFamily="34" charset="-127"/>
                <a:ea typeface="Malgun Gothic" panose="020B0503020000020004" pitchFamily="34" charset="-127"/>
              </a:rPr>
              <a:t>최초 동기화시 기간은 </a:t>
            </a:r>
            <a:r>
              <a:rPr lang="en-US" altLang="ko-KR">
                <a:latin typeface="Malgun Gothic" panose="020B0503020000020004" pitchFamily="34" charset="-127"/>
                <a:ea typeface="Malgun Gothic" panose="020B0503020000020004" pitchFamily="34" charset="-127"/>
              </a:rPr>
              <a:t>6</a:t>
            </a:r>
            <a:r>
              <a:rPr lang="ko-KR" altLang="en-US">
                <a:latin typeface="Malgun Gothic" panose="020B0503020000020004" pitchFamily="34" charset="-127"/>
                <a:ea typeface="Malgun Gothic" panose="020B0503020000020004" pitchFamily="34" charset="-127"/>
              </a:rPr>
              <a:t>개월로 자동 설정됨</a:t>
            </a:r>
            <a:endParaRPr lang="en-US" altLang="ko-KR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endParaRPr lang="en-US" altLang="ko-KR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r>
              <a:rPr lang="ko-KR" altLang="en-US">
                <a:latin typeface="Malgun Gothic" panose="020B0503020000020004" pitchFamily="34" charset="-127"/>
                <a:ea typeface="Malgun Gothic" panose="020B0503020000020004" pitchFamily="34" charset="-127"/>
              </a:rPr>
              <a:t>한번 가져온 이후에는 자동으로 동기화 됨</a:t>
            </a:r>
            <a:endParaRPr lang="en-US" altLang="ko-KR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endParaRPr lang="en-US" altLang="ko-KR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endParaRPr lang="en-US" altLang="ko-KR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endParaRPr lang="en-US" altLang="ko-KR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marL="0" indent="0">
              <a:buNone/>
            </a:pPr>
            <a:endParaRPr lang="en-US" altLang="ko-KR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marL="0" indent="0">
              <a:buNone/>
            </a:pPr>
            <a:endParaRPr lang="en-US" altLang="ko-KR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endParaRPr lang="en-US" altLang="ko-KR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endParaRPr lang="en-US" altLang="ko-KR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7" name="제목 6">
            <a:extLst>
              <a:ext uri="{FF2B5EF4-FFF2-40B4-BE49-F238E27FC236}">
                <a16:creationId xmlns:a16="http://schemas.microsoft.com/office/drawing/2014/main" id="{B2D419B2-F13C-34CC-62A7-D1897B471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>
                <a:latin typeface="+mn-ea"/>
                <a:ea typeface="+mn-ea"/>
              </a:rPr>
              <a:t>JIRA – </a:t>
            </a:r>
            <a:r>
              <a:rPr lang="en-US" altLang="ko-KR" err="1">
                <a:latin typeface="+mn-ea"/>
                <a:ea typeface="+mn-ea"/>
              </a:rPr>
              <a:t>Github</a:t>
            </a:r>
            <a:r>
              <a:rPr lang="en-US" altLang="ko-KR">
                <a:latin typeface="+mn-ea"/>
                <a:ea typeface="+mn-ea"/>
              </a:rPr>
              <a:t> backfill</a:t>
            </a:r>
            <a:endParaRPr lang="ko-KR" altLang="en-US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60124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8AF29-083D-0766-5E85-D11E00AED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E7DA87D-572F-86D2-DC6B-0726D2FE84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07168"/>
            <a:ext cx="7886700" cy="3479132"/>
          </a:xfrm>
        </p:spPr>
        <p:txBody>
          <a:bodyPr>
            <a:normAutofit/>
          </a:bodyPr>
          <a:lstStyle/>
          <a:p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JIRA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로 연동을 유지하기 위해서는 </a:t>
            </a:r>
            <a:r>
              <a:rPr lang="ko-KR" altLang="en-US" err="1">
                <a:latin typeface="Malgun Gothic" panose="020B0503020000020004" pitchFamily="34" charset="-127"/>
                <a:ea typeface="Malgun Gothic" panose="020B0503020000020004" pitchFamily="34" charset="-127"/>
              </a:rPr>
              <a:t>커밋에</a:t>
            </a:r>
            <a:r>
              <a:rPr lang="ko-KR" altLang="en-US">
                <a:latin typeface="Malgun Gothic" panose="020B0503020000020004" pitchFamily="34" charset="-127"/>
                <a:ea typeface="Malgun Gothic" panose="020B0503020000020004" pitchFamily="34" charset="-127"/>
              </a:rPr>
              <a:t> 규칙을 </a:t>
            </a:r>
            <a:r>
              <a:rPr lang="ko-KR" altLang="en-US" err="1">
                <a:latin typeface="Malgun Gothic" panose="020B0503020000020004" pitchFamily="34" charset="-127"/>
                <a:ea typeface="Malgun Gothic" panose="020B0503020000020004" pitchFamily="34" charset="-127"/>
              </a:rPr>
              <a:t>지켜야함</a:t>
            </a:r>
            <a:endParaRPr lang="en-US" altLang="ko-KR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endParaRPr lang="en-US" altLang="ko-KR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Git commit –m “[Ticket Number] </a:t>
            </a:r>
            <a:r>
              <a:rPr lang="ko-KR" altLang="en-US" err="1">
                <a:latin typeface="Malgun Gothic" panose="020B0503020000020004" pitchFamily="34" charset="-127"/>
                <a:ea typeface="Malgun Gothic" panose="020B0503020000020004" pitchFamily="34" charset="-127"/>
              </a:rPr>
              <a:t>커밋</a:t>
            </a:r>
            <a:r>
              <a:rPr lang="ko-KR" altLang="en-US">
                <a:latin typeface="Malgun Gothic" panose="020B0503020000020004" pitchFamily="34" charset="-127"/>
                <a:ea typeface="Malgun Gothic" panose="020B0503020000020004" pitchFamily="34" charset="-127"/>
              </a:rPr>
              <a:t> 메시지</a:t>
            </a:r>
            <a:r>
              <a:rPr lang="en-US" altLang="ko-KR">
                <a:latin typeface="Malgun Gothic" panose="020B0503020000020004" pitchFamily="34" charset="-127"/>
                <a:ea typeface="Malgun Gothic" panose="020B0503020000020004" pitchFamily="34" charset="-127"/>
              </a:rPr>
              <a:t>”</a:t>
            </a:r>
          </a:p>
          <a:p>
            <a:endParaRPr lang="en-US" altLang="ko-KR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0" indent="0">
              <a:buNone/>
            </a:pPr>
            <a:endParaRPr lang="en-US" altLang="ko-KR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0" indent="0">
              <a:buNone/>
            </a:pPr>
            <a:endParaRPr lang="en-US" altLang="ko-KR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endParaRPr lang="en-US" altLang="ko-KR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endParaRPr lang="en-US" altLang="ko-KR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" name="제목 6">
            <a:extLst>
              <a:ext uri="{FF2B5EF4-FFF2-40B4-BE49-F238E27FC236}">
                <a16:creationId xmlns:a16="http://schemas.microsoft.com/office/drawing/2014/main" id="{06F2AE37-9C33-6B81-C718-1FBC819CC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JIRA – </a:t>
            </a:r>
            <a:r>
              <a:rPr lang="en-US" altLang="ko-KR" err="1">
                <a:latin typeface="NanumGothic" panose="020D0604000000000000" pitchFamily="34" charset="-127"/>
                <a:ea typeface="NanumGothic" panose="020D0604000000000000" pitchFamily="34" charset="-127"/>
              </a:rPr>
              <a:t>Github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err="1">
                <a:latin typeface="Malgun Gothic" panose="020B0503020000020004" pitchFamily="34" charset="-127"/>
                <a:ea typeface="Malgun Gothic" panose="020B0503020000020004" pitchFamily="34" charset="-127"/>
              </a:rPr>
              <a:t>커밋</a:t>
            </a:r>
            <a:r>
              <a:rPr lang="ko-KR" altLang="en-US">
                <a:latin typeface="Malgun Gothic" panose="020B0503020000020004" pitchFamily="34" charset="-127"/>
                <a:ea typeface="Malgun Gothic" panose="020B0503020000020004" pitchFamily="34" charset="-127"/>
              </a:rPr>
              <a:t> 컨벤션</a:t>
            </a:r>
          </a:p>
        </p:txBody>
      </p:sp>
    </p:spTree>
    <p:extLst>
      <p:ext uri="{BB962C8B-B14F-4D97-AF65-F5344CB8AC3E}">
        <p14:creationId xmlns:p14="http://schemas.microsoft.com/office/powerpoint/2010/main" val="39609603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FF677-D753-E21B-4E22-42951D241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75339A-F8DC-A385-2DB7-87DA083461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07168"/>
            <a:ext cx="7886700" cy="3479132"/>
          </a:xfrm>
        </p:spPr>
        <p:txBody>
          <a:bodyPr>
            <a:normAutofit/>
          </a:bodyPr>
          <a:lstStyle/>
          <a:p>
            <a:r>
              <a:rPr lang="ko-KR" altLang="en-US"/>
              <a:t>이제 </a:t>
            </a:r>
            <a:r>
              <a:rPr lang="en-US" altLang="ko-KR"/>
              <a:t>JIRA</a:t>
            </a:r>
            <a:r>
              <a:rPr lang="ko-KR" altLang="en-US"/>
              <a:t>에서 이슈를 생성하면 </a:t>
            </a:r>
            <a:r>
              <a:rPr lang="ko-KR" altLang="en-US">
                <a:latin typeface="Malgun Gothic" panose="020B0503020000020004" pitchFamily="34" charset="-127"/>
                <a:ea typeface="Malgun Gothic" panose="020B0503020000020004" pitchFamily="34" charset="-127"/>
              </a:rPr>
              <a:t>자동</a:t>
            </a:r>
            <a:r>
              <a:rPr lang="ko-KR" altLang="en-US"/>
              <a:t>으로 </a:t>
            </a:r>
            <a:r>
              <a:rPr lang="en-US" altLang="ko-KR" err="1"/>
              <a:t>Github</a:t>
            </a:r>
            <a:r>
              <a:rPr lang="ko-KR" altLang="en-US"/>
              <a:t>와 연동됨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만약 원하는 경우</a:t>
            </a:r>
            <a:r>
              <a:rPr lang="en-US" altLang="ko-KR"/>
              <a:t>, </a:t>
            </a:r>
            <a:r>
              <a:rPr lang="en-US" altLang="ko-KR" err="1"/>
              <a:t>Github</a:t>
            </a:r>
            <a:r>
              <a:rPr lang="en-US" altLang="ko-KR"/>
              <a:t> Action</a:t>
            </a:r>
            <a:r>
              <a:rPr lang="ko-KR" altLang="en-US"/>
              <a:t>을 통해 </a:t>
            </a:r>
            <a:r>
              <a:rPr lang="en-US" altLang="ko-KR" err="1"/>
              <a:t>Github</a:t>
            </a:r>
            <a:r>
              <a:rPr lang="ko-KR" altLang="en-US"/>
              <a:t>에서 이슈를 생성하여도 </a:t>
            </a:r>
            <a:r>
              <a:rPr lang="ko-KR" altLang="en-US">
                <a:latin typeface="Malgun Gothic" panose="020B0503020000020004" pitchFamily="34" charset="-127"/>
                <a:ea typeface="Malgun Gothic" panose="020B0503020000020004" pitchFamily="34" charset="-127"/>
              </a:rPr>
              <a:t>자동</a:t>
            </a:r>
            <a:r>
              <a:rPr lang="ko-KR" altLang="en-US"/>
              <a:t>으로 </a:t>
            </a:r>
            <a:r>
              <a:rPr lang="en-US" altLang="ko-KR"/>
              <a:t>JIRA</a:t>
            </a:r>
            <a:r>
              <a:rPr lang="ko-KR" altLang="en-US"/>
              <a:t>에 생성되도록 조정도 가능</a:t>
            </a: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endParaRPr lang="en-US" altLang="ko-KR"/>
          </a:p>
          <a:p>
            <a:endParaRPr lang="en-US" altLang="ko-KR"/>
          </a:p>
        </p:txBody>
      </p:sp>
      <p:sp>
        <p:nvSpPr>
          <p:cNvPr id="7" name="제목 6">
            <a:extLst>
              <a:ext uri="{FF2B5EF4-FFF2-40B4-BE49-F238E27FC236}">
                <a16:creationId xmlns:a16="http://schemas.microsoft.com/office/drawing/2014/main" id="{4704C0A3-5C15-4B0F-4471-47E2FF821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>
                <a:latin typeface="+mn-ea"/>
                <a:ea typeface="+mn-ea"/>
              </a:rPr>
              <a:t>JIRA – </a:t>
            </a:r>
            <a:r>
              <a:rPr lang="en-US" altLang="ko-KR" err="1">
                <a:latin typeface="+mn-ea"/>
                <a:ea typeface="+mn-ea"/>
              </a:rPr>
              <a:t>Github</a:t>
            </a:r>
            <a:r>
              <a:rPr lang="en-US" altLang="ko-KR">
                <a:latin typeface="+mn-ea"/>
                <a:ea typeface="+mn-ea"/>
              </a:rPr>
              <a:t> </a:t>
            </a:r>
            <a:r>
              <a:rPr lang="ko-KR" altLang="en-US">
                <a:latin typeface="+mn-ea"/>
                <a:ea typeface="+mn-ea"/>
              </a:rPr>
              <a:t>이슈 관리</a:t>
            </a:r>
          </a:p>
        </p:txBody>
      </p:sp>
    </p:spTree>
    <p:extLst>
      <p:ext uri="{BB962C8B-B14F-4D97-AF65-F5344CB8AC3E}">
        <p14:creationId xmlns:p14="http://schemas.microsoft.com/office/powerpoint/2010/main" val="952643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628650" y="558266"/>
            <a:ext cx="7886700" cy="407445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ko-KR" sz="2000">
                <a:solidFill>
                  <a:srgbClr val="FFC000"/>
                </a:solidFill>
                <a:latin typeface="+mn-ea"/>
                <a:cs typeface="Arial" panose="020B0604020202020204" pitchFamily="34" charset="0"/>
              </a:rPr>
              <a:t>Software Tool Time (</a:t>
            </a:r>
            <a:r>
              <a:rPr lang="ko-KR" altLang="en-US" sz="2000">
                <a:solidFill>
                  <a:srgbClr val="FFC000"/>
                </a:solidFill>
                <a:latin typeface="+mn-ea"/>
                <a:cs typeface="Arial" panose="020B0604020202020204" pitchFamily="34" charset="0"/>
              </a:rPr>
              <a:t>소프트웨어 툴 타임</a:t>
            </a:r>
            <a:r>
              <a:rPr lang="en-US" altLang="ko-KR" sz="2000">
                <a:solidFill>
                  <a:srgbClr val="FFC000"/>
                </a:solidFill>
                <a:latin typeface="+mn-ea"/>
                <a:cs typeface="Arial" panose="020B0604020202020204" pitchFamily="34" charset="0"/>
              </a:rPr>
              <a:t>)</a:t>
            </a:r>
          </a:p>
          <a:p>
            <a:pPr marL="0" indent="0" algn="ctr">
              <a:buNone/>
            </a:pPr>
            <a:r>
              <a:rPr lang="en-US" altLang="ko-KR" sz="1600">
                <a:latin typeface="+mn-ea"/>
                <a:cs typeface="Arial" panose="020B0604020202020204" pitchFamily="34" charset="0"/>
              </a:rPr>
              <a:t>(CC-BY-NC 4.0) Ajou University</a:t>
            </a:r>
          </a:p>
          <a:p>
            <a:pPr marL="0" indent="0" algn="ctr">
              <a:buNone/>
            </a:pPr>
            <a:endParaRPr lang="en-US" altLang="ko-KR" sz="1600">
              <a:latin typeface="+mn-ea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altLang="ko-KR" sz="1600">
                <a:latin typeface="+mn-ea"/>
                <a:cs typeface="Arial" panose="020B0604020202020204" pitchFamily="34" charset="0"/>
              </a:rPr>
              <a:t>Visit “Software Tool Time” channel in YouTube :</a:t>
            </a:r>
            <a:r>
              <a:rPr lang="en-US" altLang="ko-KR" sz="1600">
                <a:solidFill>
                  <a:schemeClr val="accent2">
                    <a:lumMod val="75000"/>
                  </a:schemeClr>
                </a:solidFill>
                <a:latin typeface="+mn-ea"/>
                <a:cs typeface="Arial" panose="020B0604020202020204" pitchFamily="34" charset="0"/>
              </a:rPr>
              <a:t> </a:t>
            </a:r>
            <a:r>
              <a:rPr lang="en-US" altLang="ko-KR" sz="1600">
                <a:solidFill>
                  <a:schemeClr val="accent2">
                    <a:lumMod val="75000"/>
                  </a:schemeClr>
                </a:solidFill>
                <a:latin typeface="+mn-ea"/>
                <a:cs typeface="Arial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https://www.youtube.com/c/SoftwareToolTime</a:t>
            </a:r>
            <a:r>
              <a:rPr lang="en-US" altLang="ko-KR" sz="1600">
                <a:latin typeface="+mn-ea"/>
                <a:cs typeface="Arial" panose="020B0604020202020204" pitchFamily="34" charset="0"/>
              </a:rPr>
              <a:t> </a:t>
            </a:r>
            <a:br>
              <a:rPr lang="en-US" altLang="ko-KR" sz="1600">
                <a:solidFill>
                  <a:schemeClr val="accent4">
                    <a:lumMod val="60000"/>
                    <a:lumOff val="40000"/>
                  </a:schemeClr>
                </a:solidFill>
                <a:latin typeface="+mn-ea"/>
                <a:cs typeface="Arial" panose="020B0604020202020204" pitchFamily="34" charset="0"/>
              </a:rPr>
            </a:br>
            <a:endParaRPr lang="en-US" altLang="ko-KR" sz="1600">
              <a:solidFill>
                <a:schemeClr val="accent4">
                  <a:lumMod val="60000"/>
                  <a:lumOff val="40000"/>
                </a:schemeClr>
              </a:solidFill>
              <a:latin typeface="+mn-ea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altLang="ko-KR" sz="1500">
                <a:solidFill>
                  <a:srgbClr val="00B0F0"/>
                </a:solidFill>
                <a:latin typeface="+mn-ea"/>
                <a:cs typeface="Arial" panose="020B0604020202020204" pitchFamily="34" charset="0"/>
              </a:rPr>
              <a:t>All product names, trademarks, and/or company names are used solely for identification and belong to their respective owners.</a:t>
            </a:r>
          </a:p>
          <a:p>
            <a:pPr marL="0" indent="0" algn="ctr">
              <a:buNone/>
            </a:pPr>
            <a:r>
              <a:rPr lang="en-US" altLang="ko-KR" sz="1500">
                <a:solidFill>
                  <a:srgbClr val="00B0F0"/>
                </a:solidFill>
                <a:latin typeface="+mn-ea"/>
                <a:cs typeface="Arial" panose="020B0604020202020204" pitchFamily="34" charset="0"/>
              </a:rPr>
              <a:t>“Software Tool Time” video is licensed to the public under a Creative Commons Attribution 4.0 License  (https://creativecommons.org/license/by/4.0/) </a:t>
            </a:r>
          </a:p>
          <a:p>
            <a:pPr marL="0" indent="0" algn="ctr">
              <a:buNone/>
            </a:pPr>
            <a:r>
              <a:rPr lang="en-US" altLang="ko-KR" sz="1500">
                <a:solidFill>
                  <a:srgbClr val="00B0F0"/>
                </a:solidFill>
                <a:latin typeface="+mn-ea"/>
                <a:cs typeface="Arial" panose="020B0604020202020204" pitchFamily="34" charset="0"/>
              </a:rPr>
              <a:t>Twin </a:t>
            </a:r>
            <a:r>
              <a:rPr lang="en-US" altLang="ko-KR" sz="1500" err="1">
                <a:solidFill>
                  <a:srgbClr val="00B0F0"/>
                </a:solidFill>
                <a:latin typeface="+mn-ea"/>
                <a:cs typeface="Arial" panose="020B0604020202020204" pitchFamily="34" charset="0"/>
              </a:rPr>
              <a:t>Musicom’s</a:t>
            </a:r>
            <a:r>
              <a:rPr lang="ko-KR" altLang="en-US" sz="1500">
                <a:solidFill>
                  <a:srgbClr val="00B0F0"/>
                </a:solidFill>
                <a:latin typeface="+mn-ea"/>
                <a:cs typeface="Arial" panose="020B0604020202020204" pitchFamily="34" charset="0"/>
              </a:rPr>
              <a:t> </a:t>
            </a:r>
            <a:r>
              <a:rPr lang="en-US" altLang="ko-KR" sz="1500">
                <a:solidFill>
                  <a:srgbClr val="00B0F0"/>
                </a:solidFill>
                <a:latin typeface="+mn-ea"/>
                <a:cs typeface="Arial" panose="020B0604020202020204" pitchFamily="34" charset="0"/>
              </a:rPr>
              <a:t>African Drums (Sting) is licensed to the to the public under a Creative Commons Attribution 4.0 License (Artist: http://www.twinmusicom.org/)</a:t>
            </a:r>
          </a:p>
        </p:txBody>
      </p:sp>
      <p:pic>
        <p:nvPicPr>
          <p:cNvPr id="2050" name="Picture 2" descr="Creative Commons">
            <a:extLst>
              <a:ext uri="{FF2B5EF4-FFF2-40B4-BE49-F238E27FC236}">
                <a16:creationId xmlns:a16="http://schemas.microsoft.com/office/drawing/2014/main" id="{6AE06B9F-FD0B-4C77-AC7E-03A6408D6D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4632723"/>
            <a:ext cx="1159042" cy="283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그래픽 3">
            <a:extLst>
              <a:ext uri="{FF2B5EF4-FFF2-40B4-BE49-F238E27FC236}">
                <a16:creationId xmlns:a16="http://schemas.microsoft.com/office/drawing/2014/main" id="{948356DE-CE21-4391-8E51-CF1FEFD7FB1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8758" y="268669"/>
            <a:ext cx="743671" cy="757836"/>
          </a:xfrm>
          <a:prstGeom prst="rect">
            <a:avLst/>
          </a:prstGeom>
          <a:effectLst>
            <a:reflection blurRad="6350" stA="50000" endA="300" endPos="55500" dist="50800" dir="5400000" sy="-100000" algn="bl" rotWithShape="0"/>
          </a:effectLst>
        </p:spPr>
      </p:pic>
      <p:pic>
        <p:nvPicPr>
          <p:cNvPr id="6" name="African Drums (Sting) - Twin Musicom_6sec">
            <a:hlinkClick r:id="" action="ppaction://media"/>
            <a:extLst>
              <a:ext uri="{FF2B5EF4-FFF2-40B4-BE49-F238E27FC236}">
                <a16:creationId xmlns:a16="http://schemas.microsoft.com/office/drawing/2014/main" id="{B87ECA76-32A7-4267-9D4E-8F36C496823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4224338" y="5532524"/>
            <a:ext cx="347662" cy="347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211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5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5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67FD49-CD4C-E222-0C49-99B102DD5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C1AD47-9AE2-C62C-A443-3CDB403E69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15B1B90-0073-13FD-4BE6-308A759534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8883" y="0"/>
            <a:ext cx="9241766" cy="5148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24149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PERSISTENCEDATA" val="MMPROD_UIPERSISTENCEDATA"/>
  <p:tag name="MMPROD_UIDATA" val="&lt;database version=&quot;11.0&quot;&gt;&lt;object type=&quot;1&quot; unique_id=&quot;10001&quot;&gt;&lt;object type=&quot;2&quot; unique_id=&quot;10002&quot;&gt;&lt;object type=&quot;3&quot; unique_id=&quot;10003&quot;&gt;&lt;property id=&quot;20148&quot; value=&quot;5&quot;/&gt;&lt;property id=&quot;20300&quot; value=&quot;Slide 2&quot;/&gt;&lt;property id=&quot;20307&quot; value=&quot;256&quot;/&gt;&lt;/object&gt;&lt;object type=&quot;3&quot; unique_id=&quot;10004&quot;&gt;&lt;property id=&quot;20148&quot; value=&quot;5&quot;/&gt;&lt;property id=&quot;20300&quot; value=&quot;Slide 6&quot;/&gt;&lt;property id=&quot;20307&quot; value=&quot;257&quot;/&gt;&lt;/object&gt;&lt;object type=&quot;3&quot; unique_id=&quot;10021&quot;&gt;&lt;property id=&quot;20148&quot; value=&quot;5&quot;/&gt;&lt;property id=&quot;20300&quot; value=&quot;Slide 3 - &amp;quot;Lecture : vi editor 초보편&amp;quot;&quot;/&gt;&lt;property id=&quot;20307&quot; value=&quot;258&quot;/&gt;&lt;/object&gt;&lt;object type=&quot;3&quot; unique_id=&quot;10047&quot;&gt;&lt;property id=&quot;20148&quot; value=&quot;5&quot;/&gt;&lt;property id=&quot;20300&quot; value=&quot;Slide 4 - &amp;quot;여기 부터 강의&amp;quot;&quot;/&gt;&lt;property id=&quot;20307&quot; value=&quot;260&quot;/&gt;&lt;/object&gt;&lt;object type=&quot;3&quot; unique_id=&quot;10048&quot;&gt;&lt;property id=&quot;20148&quot; value=&quot;5&quot;/&gt;&lt;property id=&quot;20300&quot; value=&quot;Slide 5 - &amp;quot;Lecture : vi editor 초보편&amp;quot;&quot;/&gt;&lt;property id=&quot;20307&quot; value=&quot;259&quot;/&gt;&lt;/object&gt;&lt;object type=&quot;3&quot; unique_id=&quot;10071&quot;&gt;&lt;property id=&quot;20148&quot; value=&quot;5&quot;/&gt;&lt;property id=&quot;20300&quot; value=&quot;Slide 1 - &amp;quot;Are you ready?&amp;quot;&quot;/&gt;&lt;property id=&quot;20307&quot; value=&quot;261&quot;/&gt;&lt;/object&gt;&lt;/object&gt;&lt;object type=&quot;8&quot; unique_id=&quot;10008&quot;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On-screen Show (16:9)</PresentationFormat>
  <Slides>10</Slides>
  <Notes>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JIRA로 프로젝트 효율적으로 관리하기 3</vt:lpstr>
      <vt:lpstr>Github와 JIRA 연동하기</vt:lpstr>
      <vt:lpstr>Github – 관리할 리포지토리 추가</vt:lpstr>
      <vt:lpstr>JIRA – Github 연동 설정</vt:lpstr>
      <vt:lpstr>JIRA – Github backfill</vt:lpstr>
      <vt:lpstr>JIRA – Github 커밋 컨벤션</vt:lpstr>
      <vt:lpstr>JIRA – Github 이슈 관리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HyL</dc:creator>
  <cp:revision>1</cp:revision>
  <dcterms:created xsi:type="dcterms:W3CDTF">2017-03-17T07:48:16Z</dcterms:created>
  <dcterms:modified xsi:type="dcterms:W3CDTF">2025-12-14T11:23:18Z</dcterms:modified>
</cp:coreProperties>
</file>